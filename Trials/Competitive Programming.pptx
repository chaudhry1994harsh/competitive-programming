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5" r:id="rId1"/>
  </p:sldMasterIdLst>
  <p:notesMasterIdLst>
    <p:notesMasterId r:id="rId31"/>
  </p:notesMasterIdLst>
  <p:handoutMasterIdLst>
    <p:handoutMasterId r:id="rId32"/>
  </p:handoutMasterIdLst>
  <p:sldIdLst>
    <p:sldId id="2549" r:id="rId2"/>
    <p:sldId id="2566" r:id="rId3"/>
    <p:sldId id="2561" r:id="rId4"/>
    <p:sldId id="2562" r:id="rId5"/>
    <p:sldId id="2563" r:id="rId6"/>
    <p:sldId id="2564" r:id="rId7"/>
    <p:sldId id="2565" r:id="rId8"/>
    <p:sldId id="2567" r:id="rId9"/>
    <p:sldId id="2568" r:id="rId10"/>
    <p:sldId id="2569" r:id="rId11"/>
    <p:sldId id="2572" r:id="rId12"/>
    <p:sldId id="2570" r:id="rId13"/>
    <p:sldId id="2571" r:id="rId14"/>
    <p:sldId id="2573" r:id="rId15"/>
    <p:sldId id="2574" r:id="rId16"/>
    <p:sldId id="2575" r:id="rId17"/>
    <p:sldId id="2576" r:id="rId18"/>
    <p:sldId id="2577" r:id="rId19"/>
    <p:sldId id="2578" r:id="rId20"/>
    <p:sldId id="2579" r:id="rId21"/>
    <p:sldId id="2580" r:id="rId22"/>
    <p:sldId id="2581" r:id="rId23"/>
    <p:sldId id="2582" r:id="rId24"/>
    <p:sldId id="2583" r:id="rId25"/>
    <p:sldId id="2584" r:id="rId26"/>
    <p:sldId id="2585" r:id="rId27"/>
    <p:sldId id="2587" r:id="rId28"/>
    <p:sldId id="2588" r:id="rId29"/>
    <p:sldId id="258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AE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5" autoAdjust="0"/>
    <p:restoredTop sz="94634" autoAdjust="0"/>
  </p:normalViewPr>
  <p:slideViewPr>
    <p:cSldViewPr snapToGrid="0">
      <p:cViewPr varScale="1">
        <p:scale>
          <a:sx n="76" d="100"/>
          <a:sy n="76" d="100"/>
        </p:scale>
        <p:origin x="130" y="389"/>
      </p:cViewPr>
      <p:guideLst/>
    </p:cSldViewPr>
  </p:slideViewPr>
  <p:notesTextViewPr>
    <p:cViewPr>
      <p:scale>
        <a:sx n="1" d="1"/>
        <a:sy n="1" d="1"/>
      </p:scale>
      <p:origin x="0" y="0"/>
    </p:cViewPr>
  </p:notesTextViewPr>
  <p:notesViewPr>
    <p:cSldViewPr snapToGrid="0">
      <p:cViewPr varScale="1">
        <p:scale>
          <a:sx n="87" d="100"/>
          <a:sy n="87" d="100"/>
        </p:scale>
        <p:origin x="3840"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E8FA38E-9F41-1A45-879F-0B93BA5093C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4" name="Footer Placeholder 3">
            <a:extLst>
              <a:ext uri="{FF2B5EF4-FFF2-40B4-BE49-F238E27FC236}">
                <a16:creationId xmlns:a16="http://schemas.microsoft.com/office/drawing/2014/main" id="{6F016A96-BC72-0640-9AEE-870574F388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B0B091C-A27C-3C4B-82F1-DDBD9A02829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801FC8B-EC93-C64D-BBD2-37E30DAF45BC}" type="slidenum">
              <a:rPr lang="en-US" smtClean="0"/>
              <a:t>‹#›</a:t>
            </a:fld>
            <a:endParaRPr lang="en-US" dirty="0"/>
          </a:p>
        </p:txBody>
      </p:sp>
      <p:sp>
        <p:nvSpPr>
          <p:cNvPr id="3" name="Date Placeholder 2">
            <a:extLst>
              <a:ext uri="{FF2B5EF4-FFF2-40B4-BE49-F238E27FC236}">
                <a16:creationId xmlns:a16="http://schemas.microsoft.com/office/drawing/2014/main" id="{587D4734-4CAE-4B5B-A5BF-2204F730257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B15A48E-F7AD-43EC-AC50-8729FE3865BE}" type="datetimeFigureOut">
              <a:rPr lang="en-US" smtClean="0"/>
              <a:t>9/9/2020</a:t>
            </a:fld>
            <a:endParaRPr lang="en-US"/>
          </a:p>
        </p:txBody>
      </p:sp>
    </p:spTree>
    <p:extLst>
      <p:ext uri="{BB962C8B-B14F-4D97-AF65-F5344CB8AC3E}">
        <p14:creationId xmlns:p14="http://schemas.microsoft.com/office/powerpoint/2010/main" val="39608117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55F854-E2CE-6F4E-A0CF-CB175674CF4C}" type="datetimeFigureOut">
              <a:rPr lang="en-US" smtClean="0"/>
              <a:t>9/9/2020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D111EE-B1CE-3F40-8B0E-AB6A92B85452}" type="slidenum">
              <a:rPr lang="en-US" smtClean="0"/>
              <a:t>‹#›</a:t>
            </a:fld>
            <a:endParaRPr lang="en-US" dirty="0"/>
          </a:p>
        </p:txBody>
      </p:sp>
    </p:spTree>
    <p:extLst>
      <p:ext uri="{BB962C8B-B14F-4D97-AF65-F5344CB8AC3E}">
        <p14:creationId xmlns:p14="http://schemas.microsoft.com/office/powerpoint/2010/main" val="165684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tx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9/9/2020</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2" name="Title 1"/>
          <p:cNvSpPr>
            <a:spLocks noGrp="1"/>
          </p:cNvSpPr>
          <p:nvPr>
            <p:ph type="ctrTitle"/>
          </p:nvPr>
        </p:nvSpPr>
        <p:spPr>
          <a:xfrm>
            <a:off x="1058669" y="854538"/>
            <a:ext cx="4567608" cy="3566160"/>
          </a:xfrm>
        </p:spPr>
        <p:txBody>
          <a:bodyPr anchor="b">
            <a:normAutofit/>
          </a:bodyPr>
          <a:lstStyle>
            <a:lvl1pPr algn="l">
              <a:lnSpc>
                <a:spcPct val="90000"/>
              </a:lnSpc>
              <a:defRPr sz="5400" spc="-50" baseline="0">
                <a:solidFill>
                  <a:schemeClr val="bg1"/>
                </a:solidFill>
              </a:defRPr>
            </a:lvl1pPr>
          </a:lstStyle>
          <a:p>
            <a:r>
              <a:rPr lang="en-US"/>
              <a:t>Click to edit Master title style</a:t>
            </a:r>
            <a:endParaRPr lang="en-US" dirty="0"/>
          </a:p>
        </p:txBody>
      </p:sp>
      <p:sp>
        <p:nvSpPr>
          <p:cNvPr id="3" name="Subtitle 2"/>
          <p:cNvSpPr>
            <a:spLocks noGrp="1"/>
          </p:cNvSpPr>
          <p:nvPr>
            <p:ph type="subTitle" idx="1" hasCustomPrompt="1"/>
          </p:nvPr>
        </p:nvSpPr>
        <p:spPr>
          <a:xfrm>
            <a:off x="1061440" y="4429842"/>
            <a:ext cx="4567608" cy="1143000"/>
          </a:xfrm>
        </p:spPr>
        <p:txBody>
          <a:bodyPr lIns="91440" rIns="91440">
            <a:normAutofit/>
          </a:bodyPr>
          <a:lstStyle>
            <a:lvl1pPr marL="0" indent="0" algn="l">
              <a:buNone/>
              <a:defRPr sz="1600" cap="all" spc="200" baseline="0">
                <a:solidFill>
                  <a:schemeClr val="bg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subtitle</a:t>
            </a:r>
          </a:p>
        </p:txBody>
      </p:sp>
      <p:sp>
        <p:nvSpPr>
          <p:cNvPr id="12" name="Freeform 11">
            <a:extLst>
              <a:ext uri="{FF2B5EF4-FFF2-40B4-BE49-F238E27FC236}">
                <a16:creationId xmlns:a16="http://schemas.microsoft.com/office/drawing/2014/main" id="{C28A7DB8-FEA5-5A4A-85DF-FA1ADFB3EFC5}"/>
              </a:ext>
            </a:extLst>
          </p:cNvPr>
          <p:cNvSpPr>
            <a:spLocks noGrp="1"/>
          </p:cNvSpPr>
          <p:nvPr>
            <p:ph type="pic" sz="quarter" idx="13"/>
          </p:nvPr>
        </p:nvSpPr>
        <p:spPr>
          <a:xfrm>
            <a:off x="4933721" y="-19458"/>
            <a:ext cx="7261837" cy="6877457"/>
          </a:xfrm>
          <a:custGeom>
            <a:avLst/>
            <a:gdLst>
              <a:gd name="connsiteX0" fmla="*/ 3426278 w 8464509"/>
              <a:gd name="connsiteY0" fmla="*/ 0 h 6858000"/>
              <a:gd name="connsiteX1" fmla="*/ 3440072 w 8464509"/>
              <a:gd name="connsiteY1" fmla="*/ 37000 h 6858000"/>
              <a:gd name="connsiteX2" fmla="*/ 3440072 w 8464509"/>
              <a:gd name="connsiteY2" fmla="*/ 0 h 6858000"/>
              <a:gd name="connsiteX3" fmla="*/ 8464509 w 8464509"/>
              <a:gd name="connsiteY3" fmla="*/ 0 h 6858000"/>
              <a:gd name="connsiteX4" fmla="*/ 8464509 w 8464509"/>
              <a:gd name="connsiteY4" fmla="*/ 6858000 h 6858000"/>
              <a:gd name="connsiteX5" fmla="*/ 3440072 w 8464509"/>
              <a:gd name="connsiteY5" fmla="*/ 6858000 h 6858000"/>
              <a:gd name="connsiteX6" fmla="*/ 3440072 w 8464509"/>
              <a:gd name="connsiteY6" fmla="*/ 6839148 h 6858000"/>
              <a:gd name="connsiteX7" fmla="*/ 0 w 8464509"/>
              <a:gd name="connsiteY7" fmla="*/ 6858000 h 6858000"/>
              <a:gd name="connsiteX0" fmla="*/ 3426278 w 8464509"/>
              <a:gd name="connsiteY0" fmla="*/ 0 h 6858000"/>
              <a:gd name="connsiteX1" fmla="*/ 3440072 w 8464509"/>
              <a:gd name="connsiteY1" fmla="*/ 37000 h 6858000"/>
              <a:gd name="connsiteX2" fmla="*/ 3440072 w 8464509"/>
              <a:gd name="connsiteY2" fmla="*/ 0 h 6858000"/>
              <a:gd name="connsiteX3" fmla="*/ 8464509 w 8464509"/>
              <a:gd name="connsiteY3" fmla="*/ 0 h 6858000"/>
              <a:gd name="connsiteX4" fmla="*/ 8464509 w 8464509"/>
              <a:gd name="connsiteY4" fmla="*/ 6858000 h 6858000"/>
              <a:gd name="connsiteX5" fmla="*/ 3440072 w 8464509"/>
              <a:gd name="connsiteY5" fmla="*/ 6858000 h 6858000"/>
              <a:gd name="connsiteX6" fmla="*/ 0 w 8464509"/>
              <a:gd name="connsiteY6" fmla="*/ 6858000 h 6858000"/>
              <a:gd name="connsiteX7" fmla="*/ 3426278 w 8464509"/>
              <a:gd name="connsiteY7" fmla="*/ 0 h 6858000"/>
              <a:gd name="connsiteX0" fmla="*/ 3426278 w 8464509"/>
              <a:gd name="connsiteY0" fmla="*/ 0 h 6858000"/>
              <a:gd name="connsiteX1" fmla="*/ 3440072 w 8464509"/>
              <a:gd name="connsiteY1" fmla="*/ 37000 h 6858000"/>
              <a:gd name="connsiteX2" fmla="*/ 3440072 w 8464509"/>
              <a:gd name="connsiteY2" fmla="*/ 0 h 6858000"/>
              <a:gd name="connsiteX3" fmla="*/ 8464509 w 8464509"/>
              <a:gd name="connsiteY3" fmla="*/ 0 h 6858000"/>
              <a:gd name="connsiteX4" fmla="*/ 8464509 w 8464509"/>
              <a:gd name="connsiteY4" fmla="*/ 6858000 h 6858000"/>
              <a:gd name="connsiteX5" fmla="*/ 0 w 8464509"/>
              <a:gd name="connsiteY5" fmla="*/ 6858000 h 6858000"/>
              <a:gd name="connsiteX6" fmla="*/ 3426278 w 8464509"/>
              <a:gd name="connsiteY6" fmla="*/ 0 h 6858000"/>
              <a:gd name="connsiteX0" fmla="*/ 3993491 w 8464509"/>
              <a:gd name="connsiteY0" fmla="*/ 19455 h 6858000"/>
              <a:gd name="connsiteX1" fmla="*/ 3440072 w 8464509"/>
              <a:gd name="connsiteY1" fmla="*/ 37000 h 6858000"/>
              <a:gd name="connsiteX2" fmla="*/ 3440072 w 8464509"/>
              <a:gd name="connsiteY2" fmla="*/ 0 h 6858000"/>
              <a:gd name="connsiteX3" fmla="*/ 8464509 w 8464509"/>
              <a:gd name="connsiteY3" fmla="*/ 0 h 6858000"/>
              <a:gd name="connsiteX4" fmla="*/ 8464509 w 8464509"/>
              <a:gd name="connsiteY4" fmla="*/ 6858000 h 6858000"/>
              <a:gd name="connsiteX5" fmla="*/ 0 w 8464509"/>
              <a:gd name="connsiteY5" fmla="*/ 6858000 h 6858000"/>
              <a:gd name="connsiteX6" fmla="*/ 3993491 w 8464509"/>
              <a:gd name="connsiteY6" fmla="*/ 19455 h 6858000"/>
              <a:gd name="connsiteX0" fmla="*/ 3993491 w 8464509"/>
              <a:gd name="connsiteY0" fmla="*/ 19455 h 6858000"/>
              <a:gd name="connsiteX1" fmla="*/ 3440072 w 8464509"/>
              <a:gd name="connsiteY1" fmla="*/ 37000 h 6858000"/>
              <a:gd name="connsiteX2" fmla="*/ 8464509 w 8464509"/>
              <a:gd name="connsiteY2" fmla="*/ 0 h 6858000"/>
              <a:gd name="connsiteX3" fmla="*/ 8464509 w 8464509"/>
              <a:gd name="connsiteY3" fmla="*/ 6858000 h 6858000"/>
              <a:gd name="connsiteX4" fmla="*/ 0 w 8464509"/>
              <a:gd name="connsiteY4" fmla="*/ 6858000 h 6858000"/>
              <a:gd name="connsiteX5" fmla="*/ 3993491 w 8464509"/>
              <a:gd name="connsiteY5" fmla="*/ 19455 h 6858000"/>
              <a:gd name="connsiteX0" fmla="*/ 3993491 w 8464509"/>
              <a:gd name="connsiteY0" fmla="*/ 19455 h 6858000"/>
              <a:gd name="connsiteX1" fmla="*/ 8464509 w 8464509"/>
              <a:gd name="connsiteY1" fmla="*/ 0 h 6858000"/>
              <a:gd name="connsiteX2" fmla="*/ 8464509 w 8464509"/>
              <a:gd name="connsiteY2" fmla="*/ 6858000 h 6858000"/>
              <a:gd name="connsiteX3" fmla="*/ 0 w 8464509"/>
              <a:gd name="connsiteY3" fmla="*/ 6858000 h 6858000"/>
              <a:gd name="connsiteX4" fmla="*/ 3993491 w 8464509"/>
              <a:gd name="connsiteY4" fmla="*/ 19455 h 6858000"/>
              <a:gd name="connsiteX0" fmla="*/ 4061557 w 8464509"/>
              <a:gd name="connsiteY0" fmla="*/ 0 h 6858001"/>
              <a:gd name="connsiteX1" fmla="*/ 8464509 w 8464509"/>
              <a:gd name="connsiteY1" fmla="*/ 1 h 6858001"/>
              <a:gd name="connsiteX2" fmla="*/ 8464509 w 8464509"/>
              <a:gd name="connsiteY2" fmla="*/ 6858001 h 6858001"/>
              <a:gd name="connsiteX3" fmla="*/ 0 w 8464509"/>
              <a:gd name="connsiteY3" fmla="*/ 6858001 h 6858001"/>
              <a:gd name="connsiteX4" fmla="*/ 4061557 w 8464509"/>
              <a:gd name="connsiteY4" fmla="*/ 0 h 6858001"/>
              <a:gd name="connsiteX0" fmla="*/ 5059852 w 8464509"/>
              <a:gd name="connsiteY0" fmla="*/ 19454 h 6858000"/>
              <a:gd name="connsiteX1" fmla="*/ 8464509 w 8464509"/>
              <a:gd name="connsiteY1" fmla="*/ 0 h 6858000"/>
              <a:gd name="connsiteX2" fmla="*/ 8464509 w 8464509"/>
              <a:gd name="connsiteY2" fmla="*/ 6858000 h 6858000"/>
              <a:gd name="connsiteX3" fmla="*/ 0 w 8464509"/>
              <a:gd name="connsiteY3" fmla="*/ 6858000 h 6858000"/>
              <a:gd name="connsiteX4" fmla="*/ 5059852 w 8464509"/>
              <a:gd name="connsiteY4" fmla="*/ 19454 h 6858000"/>
              <a:gd name="connsiteX0" fmla="*/ 4061557 w 8464509"/>
              <a:gd name="connsiteY0" fmla="*/ 0 h 6877457"/>
              <a:gd name="connsiteX1" fmla="*/ 8464509 w 8464509"/>
              <a:gd name="connsiteY1" fmla="*/ 19457 h 6877457"/>
              <a:gd name="connsiteX2" fmla="*/ 8464509 w 8464509"/>
              <a:gd name="connsiteY2" fmla="*/ 6877457 h 6877457"/>
              <a:gd name="connsiteX3" fmla="*/ 0 w 8464509"/>
              <a:gd name="connsiteY3" fmla="*/ 6877457 h 6877457"/>
              <a:gd name="connsiteX4" fmla="*/ 4061557 w 8464509"/>
              <a:gd name="connsiteY4" fmla="*/ 0 h 6877457"/>
              <a:gd name="connsiteX0" fmla="*/ 4040810 w 8464509"/>
              <a:gd name="connsiteY0" fmla="*/ 0 h 6877457"/>
              <a:gd name="connsiteX1" fmla="*/ 8464509 w 8464509"/>
              <a:gd name="connsiteY1" fmla="*/ 19457 h 6877457"/>
              <a:gd name="connsiteX2" fmla="*/ 8464509 w 8464509"/>
              <a:gd name="connsiteY2" fmla="*/ 6877457 h 6877457"/>
              <a:gd name="connsiteX3" fmla="*/ 0 w 8464509"/>
              <a:gd name="connsiteY3" fmla="*/ 6877457 h 6877457"/>
              <a:gd name="connsiteX4" fmla="*/ 4040810 w 8464509"/>
              <a:gd name="connsiteY4" fmla="*/ 0 h 6877457"/>
              <a:gd name="connsiteX0" fmla="*/ 4040810 w 8464509"/>
              <a:gd name="connsiteY0" fmla="*/ 0 h 6877457"/>
              <a:gd name="connsiteX1" fmla="*/ 8464509 w 8464509"/>
              <a:gd name="connsiteY1" fmla="*/ 143986 h 6877457"/>
              <a:gd name="connsiteX2" fmla="*/ 8464509 w 8464509"/>
              <a:gd name="connsiteY2" fmla="*/ 6877457 h 6877457"/>
              <a:gd name="connsiteX3" fmla="*/ 0 w 8464509"/>
              <a:gd name="connsiteY3" fmla="*/ 6877457 h 6877457"/>
              <a:gd name="connsiteX4" fmla="*/ 4040810 w 8464509"/>
              <a:gd name="connsiteY4" fmla="*/ 0 h 6877457"/>
              <a:gd name="connsiteX0" fmla="*/ 4040810 w 8468658"/>
              <a:gd name="connsiteY0" fmla="*/ 0 h 6877457"/>
              <a:gd name="connsiteX1" fmla="*/ 8468658 w 8468658"/>
              <a:gd name="connsiteY1" fmla="*/ 12341 h 6877457"/>
              <a:gd name="connsiteX2" fmla="*/ 8464509 w 8468658"/>
              <a:gd name="connsiteY2" fmla="*/ 6877457 h 6877457"/>
              <a:gd name="connsiteX3" fmla="*/ 0 w 8468658"/>
              <a:gd name="connsiteY3" fmla="*/ 6877457 h 6877457"/>
              <a:gd name="connsiteX4" fmla="*/ 4040810 w 8468658"/>
              <a:gd name="connsiteY4" fmla="*/ 0 h 68774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68658" h="6877457">
                <a:moveTo>
                  <a:pt x="4040810" y="0"/>
                </a:moveTo>
                <a:lnTo>
                  <a:pt x="8468658" y="12341"/>
                </a:lnTo>
                <a:lnTo>
                  <a:pt x="8464509" y="6877457"/>
                </a:lnTo>
                <a:lnTo>
                  <a:pt x="0" y="6877457"/>
                </a:lnTo>
                <a:lnTo>
                  <a:pt x="4040810" y="0"/>
                </a:lnTo>
                <a:close/>
              </a:path>
            </a:pathLst>
          </a:custGeom>
          <a:solidFill>
            <a:schemeClr val="accent4"/>
          </a:solidFill>
        </p:spPr>
        <p:txBody>
          <a:bodyPr wrap="square">
            <a:noAutofit/>
          </a:bodyPr>
          <a:lstStyle/>
          <a:p>
            <a:r>
              <a:rPr lang="en-US"/>
              <a:t>Click icon to add picture</a:t>
            </a:r>
            <a:endParaRPr lang="en-US" dirty="0"/>
          </a:p>
        </p:txBody>
      </p:sp>
      <p:sp>
        <p:nvSpPr>
          <p:cNvPr id="14" name="Triangle 13">
            <a:extLst>
              <a:ext uri="{FF2B5EF4-FFF2-40B4-BE49-F238E27FC236}">
                <a16:creationId xmlns:a16="http://schemas.microsoft.com/office/drawing/2014/main" id="{6A021AF7-4044-A644-8DB8-495F263390D0}"/>
              </a:ext>
            </a:extLst>
          </p:cNvPr>
          <p:cNvSpPr/>
          <p:nvPr userDrawn="1"/>
        </p:nvSpPr>
        <p:spPr>
          <a:xfrm rot="10800000">
            <a:off x="4933721" y="267867"/>
            <a:ext cx="3031755" cy="3031755"/>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riangle 14">
            <a:extLst>
              <a:ext uri="{FF2B5EF4-FFF2-40B4-BE49-F238E27FC236}">
                <a16:creationId xmlns:a16="http://schemas.microsoft.com/office/drawing/2014/main" id="{D2DFDB14-A8D5-F944-A91C-960A5C2F22AF}"/>
              </a:ext>
            </a:extLst>
          </p:cNvPr>
          <p:cNvSpPr/>
          <p:nvPr userDrawn="1"/>
        </p:nvSpPr>
        <p:spPr>
          <a:xfrm>
            <a:off x="-22175" y="5596959"/>
            <a:ext cx="1261040" cy="1261040"/>
          </a:xfrm>
          <a:prstGeom prst="triangle">
            <a:avLst/>
          </a:prstGeom>
          <a:pattFill prst="lgGrid">
            <a:fgClr>
              <a:schemeClr val="accent1"/>
            </a:fgClr>
            <a:bgClr>
              <a:schemeClr val="tx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riangle 15">
            <a:extLst>
              <a:ext uri="{FF2B5EF4-FFF2-40B4-BE49-F238E27FC236}">
                <a16:creationId xmlns:a16="http://schemas.microsoft.com/office/drawing/2014/main" id="{B7735FBC-8FBF-9947-B380-14D44D2206B1}"/>
              </a:ext>
            </a:extLst>
          </p:cNvPr>
          <p:cNvSpPr/>
          <p:nvPr userDrawn="1"/>
        </p:nvSpPr>
        <p:spPr>
          <a:xfrm rot="10800000">
            <a:off x="184302" y="236698"/>
            <a:ext cx="519337" cy="519337"/>
          </a:xfrm>
          <a:prstGeom prst="triangle">
            <a:avLst/>
          </a:prstGeom>
          <a:pattFill prst="dkVert">
            <a:fgClr>
              <a:schemeClr val="accent1"/>
            </a:fgClr>
            <a:bgClr>
              <a:schemeClr val="tx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riangle 16">
            <a:extLst>
              <a:ext uri="{FF2B5EF4-FFF2-40B4-BE49-F238E27FC236}">
                <a16:creationId xmlns:a16="http://schemas.microsoft.com/office/drawing/2014/main" id="{17B7C303-8734-B141-AF0D-2945DA349FBD}"/>
              </a:ext>
            </a:extLst>
          </p:cNvPr>
          <p:cNvSpPr/>
          <p:nvPr userDrawn="1"/>
        </p:nvSpPr>
        <p:spPr>
          <a:xfrm>
            <a:off x="4414384" y="5795386"/>
            <a:ext cx="519337" cy="519337"/>
          </a:xfrm>
          <a:prstGeom prst="triangle">
            <a:avLst/>
          </a:prstGeom>
          <a:pattFill prst="wdUpDiag">
            <a:fgClr>
              <a:schemeClr val="accent1"/>
            </a:fgClr>
            <a:bgClr>
              <a:schemeClr val="tx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riangle 17">
            <a:extLst>
              <a:ext uri="{FF2B5EF4-FFF2-40B4-BE49-F238E27FC236}">
                <a16:creationId xmlns:a16="http://schemas.microsoft.com/office/drawing/2014/main" id="{67914AE0-93F2-8346-B885-5734D2B694B2}"/>
              </a:ext>
            </a:extLst>
          </p:cNvPr>
          <p:cNvSpPr/>
          <p:nvPr userDrawn="1"/>
        </p:nvSpPr>
        <p:spPr>
          <a:xfrm rot="5400000">
            <a:off x="-48606" y="3035784"/>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016677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Horizontal ">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FCAC17-2511-3D4F-A318-B241447A2C02}"/>
              </a:ext>
            </a:extLst>
          </p:cNvPr>
          <p:cNvSpPr/>
          <p:nvPr userDrawn="1"/>
        </p:nvSpPr>
        <p:spPr>
          <a:xfrm>
            <a:off x="413825" y="2941613"/>
            <a:ext cx="11364350" cy="343260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ontent Placeholder 2">
            <a:extLst>
              <a:ext uri="{FF2B5EF4-FFF2-40B4-BE49-F238E27FC236}">
                <a16:creationId xmlns:a16="http://schemas.microsoft.com/office/drawing/2014/main" id="{C13F5538-7999-A74B-BCB7-A96C8DBCCD06}"/>
              </a:ext>
            </a:extLst>
          </p:cNvPr>
          <p:cNvSpPr>
            <a:spLocks noGrp="1"/>
          </p:cNvSpPr>
          <p:nvPr>
            <p:ph idx="1"/>
          </p:nvPr>
        </p:nvSpPr>
        <p:spPr>
          <a:xfrm>
            <a:off x="932329" y="4280546"/>
            <a:ext cx="10452848" cy="1791071"/>
          </a:xfrm>
        </p:spPr>
        <p:txBody>
          <a:bodyPr/>
          <a:lstStyle>
            <a:lvl1pPr marL="342900" indent="-342900">
              <a:buClr>
                <a:schemeClr val="accent1"/>
              </a:buClr>
              <a:buFont typeface="Arial" panose="020B0604020202020204" pitchFamily="34" charset="0"/>
              <a:buChar char="•"/>
              <a:defRPr>
                <a:solidFill>
                  <a:schemeClr val="bg1"/>
                </a:solidFill>
              </a:defRPr>
            </a:lvl1pPr>
            <a:lvl2pPr marL="486918" indent="-285750">
              <a:buClr>
                <a:schemeClr val="accent1"/>
              </a:buClr>
              <a:buFont typeface="Arial" panose="020B0604020202020204" pitchFamily="34" charset="0"/>
              <a:buChar char="•"/>
              <a:defRPr>
                <a:solidFill>
                  <a:schemeClr val="bg1"/>
                </a:solidFill>
              </a:defRPr>
            </a:lvl2pPr>
            <a:lvl3pPr marL="669798" indent="-285750">
              <a:buClr>
                <a:schemeClr val="accent1"/>
              </a:buClr>
              <a:buFont typeface="Arial" panose="020B0604020202020204" pitchFamily="34" charset="0"/>
              <a:buChar char="•"/>
              <a:defRPr>
                <a:solidFill>
                  <a:schemeClr val="bg1"/>
                </a:solidFill>
              </a:defRPr>
            </a:lvl3pPr>
            <a:lvl4pPr marL="852678" indent="-285750">
              <a:buClr>
                <a:schemeClr val="accent1"/>
              </a:buClr>
              <a:buFont typeface="Arial" panose="020B0604020202020204" pitchFamily="34" charset="0"/>
              <a:buChar char="•"/>
              <a:defRPr>
                <a:solidFill>
                  <a:schemeClr val="bg1"/>
                </a:solidFill>
              </a:defRPr>
            </a:lvl4pPr>
            <a:lvl5pPr marL="1035558" indent="-285750">
              <a:buClr>
                <a:schemeClr val="accent1"/>
              </a:buClr>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Date Placeholder 6">
            <a:extLst>
              <a:ext uri="{FF2B5EF4-FFF2-40B4-BE49-F238E27FC236}">
                <a16:creationId xmlns:a16="http://schemas.microsoft.com/office/drawing/2014/main" id="{DE5056B4-56A3-6E40-92E1-FA33B5C8F807}"/>
              </a:ext>
            </a:extLst>
          </p:cNvPr>
          <p:cNvSpPr>
            <a:spLocks noGrp="1"/>
          </p:cNvSpPr>
          <p:nvPr>
            <p:ph type="dt" sz="half" idx="10"/>
          </p:nvPr>
        </p:nvSpPr>
        <p:spPr>
          <a:xfrm>
            <a:off x="8218426" y="6446838"/>
            <a:ext cx="2584850" cy="365125"/>
          </a:xfrm>
        </p:spPr>
        <p:txBody>
          <a:bodyPr/>
          <a:lstStyle/>
          <a:p>
            <a:fld id="{4BE1D723-8F53-4F53-90B0-1982A396982E}" type="datetime1">
              <a:rPr lang="en-US" smtClean="0"/>
              <a:t>9/9/2020</a:t>
            </a:fld>
            <a:endParaRPr lang="en-US" dirty="0"/>
          </a:p>
        </p:txBody>
      </p:sp>
      <p:sp>
        <p:nvSpPr>
          <p:cNvPr id="17" name="Footer Placeholder 7">
            <a:extLst>
              <a:ext uri="{FF2B5EF4-FFF2-40B4-BE49-F238E27FC236}">
                <a16:creationId xmlns:a16="http://schemas.microsoft.com/office/drawing/2014/main" id="{A47DE6D7-793F-C846-8A00-3061847B66B0}"/>
              </a:ext>
            </a:extLst>
          </p:cNvPr>
          <p:cNvSpPr>
            <a:spLocks noGrp="1"/>
          </p:cNvSpPr>
          <p:nvPr>
            <p:ph type="ftr" sz="quarter" idx="11"/>
          </p:nvPr>
        </p:nvSpPr>
        <p:spPr>
          <a:xfrm>
            <a:off x="1097279" y="6446838"/>
            <a:ext cx="6818262" cy="365125"/>
          </a:xfrm>
        </p:spPr>
        <p:txBody>
          <a:bodyPr/>
          <a:lstStyle/>
          <a:p>
            <a:endParaRPr lang="en-US" dirty="0"/>
          </a:p>
        </p:txBody>
      </p:sp>
      <p:sp>
        <p:nvSpPr>
          <p:cNvPr id="18" name="Slide Number Placeholder 8">
            <a:extLst>
              <a:ext uri="{FF2B5EF4-FFF2-40B4-BE49-F238E27FC236}">
                <a16:creationId xmlns:a16="http://schemas.microsoft.com/office/drawing/2014/main" id="{B4C61174-2D39-E640-8A16-DCE655544212}"/>
              </a:ext>
            </a:extLst>
          </p:cNvPr>
          <p:cNvSpPr>
            <a:spLocks noGrp="1"/>
          </p:cNvSpPr>
          <p:nvPr>
            <p:ph type="sldNum" sz="quarter" idx="12"/>
          </p:nvPr>
        </p:nvSpPr>
        <p:spPr>
          <a:xfrm>
            <a:off x="10993582" y="6446838"/>
            <a:ext cx="780010" cy="365125"/>
          </a:xfrm>
        </p:spPr>
        <p:txBody>
          <a:bodyPr/>
          <a:lstStyle/>
          <a:p>
            <a:fld id="{3A98EE3D-8CD1-4C3F-BD1C-C98C9596463C}" type="slidenum">
              <a:rPr lang="en-US" smtClean="0"/>
              <a:t>‹#›</a:t>
            </a:fld>
            <a:endParaRPr lang="en-US" dirty="0"/>
          </a:p>
        </p:txBody>
      </p:sp>
      <p:sp>
        <p:nvSpPr>
          <p:cNvPr id="19" name="Title 9">
            <a:extLst>
              <a:ext uri="{FF2B5EF4-FFF2-40B4-BE49-F238E27FC236}">
                <a16:creationId xmlns:a16="http://schemas.microsoft.com/office/drawing/2014/main" id="{13596EE0-A679-3B49-BA9A-D5C79B0C8381}"/>
              </a:ext>
            </a:extLst>
          </p:cNvPr>
          <p:cNvSpPr>
            <a:spLocks noGrp="1"/>
          </p:cNvSpPr>
          <p:nvPr>
            <p:ph type="title"/>
          </p:nvPr>
        </p:nvSpPr>
        <p:spPr>
          <a:xfrm>
            <a:off x="932329" y="3143154"/>
            <a:ext cx="10452849" cy="910492"/>
          </a:xfrm>
        </p:spPr>
        <p:txBody>
          <a:bodyPr anchor="ctr"/>
          <a:lstStyle>
            <a:lvl1pPr algn="l">
              <a:defRPr>
                <a:solidFill>
                  <a:schemeClr val="bg1"/>
                </a:solidFill>
              </a:defRPr>
            </a:lvl1pPr>
          </a:lstStyle>
          <a:p>
            <a:r>
              <a:rPr lang="en-US"/>
              <a:t>Click to edit Master title style</a:t>
            </a:r>
            <a:endParaRPr lang="en-US" dirty="0"/>
          </a:p>
        </p:txBody>
      </p:sp>
      <p:sp>
        <p:nvSpPr>
          <p:cNvPr id="20" name="Triangle 19">
            <a:extLst>
              <a:ext uri="{FF2B5EF4-FFF2-40B4-BE49-F238E27FC236}">
                <a16:creationId xmlns:a16="http://schemas.microsoft.com/office/drawing/2014/main" id="{3E931B03-E301-6D48-8377-B08DA6C95F0B}"/>
              </a:ext>
            </a:extLst>
          </p:cNvPr>
          <p:cNvSpPr/>
          <p:nvPr userDrawn="1"/>
        </p:nvSpPr>
        <p:spPr>
          <a:xfrm>
            <a:off x="10459099" y="5309445"/>
            <a:ext cx="1465933" cy="1465933"/>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riangle 20">
            <a:extLst>
              <a:ext uri="{FF2B5EF4-FFF2-40B4-BE49-F238E27FC236}">
                <a16:creationId xmlns:a16="http://schemas.microsoft.com/office/drawing/2014/main" id="{249401AC-F116-8B4C-A1A0-CF88B63E549B}"/>
              </a:ext>
            </a:extLst>
          </p:cNvPr>
          <p:cNvSpPr/>
          <p:nvPr userDrawn="1"/>
        </p:nvSpPr>
        <p:spPr>
          <a:xfrm rot="5400000">
            <a:off x="-48606" y="3334563"/>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3">
            <a:extLst>
              <a:ext uri="{FF2B5EF4-FFF2-40B4-BE49-F238E27FC236}">
                <a16:creationId xmlns:a16="http://schemas.microsoft.com/office/drawing/2014/main" id="{8A3226FF-244B-B540-ABAC-5C0E3DE3103C}"/>
              </a:ext>
            </a:extLst>
          </p:cNvPr>
          <p:cNvSpPr>
            <a:spLocks noGrp="1"/>
          </p:cNvSpPr>
          <p:nvPr>
            <p:ph type="pic" sz="quarter" idx="13"/>
          </p:nvPr>
        </p:nvSpPr>
        <p:spPr>
          <a:xfrm>
            <a:off x="413824" y="483782"/>
            <a:ext cx="11365992" cy="2457856"/>
          </a:xfrm>
          <a:solidFill>
            <a:schemeClr val="accent1"/>
          </a:solidFill>
        </p:spPr>
        <p:txBody>
          <a:bodyPr/>
          <a:lstStyle/>
          <a:p>
            <a:r>
              <a:rPr lang="en-US"/>
              <a:t>Click icon to add picture</a:t>
            </a:r>
            <a:endParaRPr lang="en-US" dirty="0"/>
          </a:p>
        </p:txBody>
      </p:sp>
    </p:spTree>
    <p:extLst>
      <p:ext uri="{BB962C8B-B14F-4D97-AF65-F5344CB8AC3E}">
        <p14:creationId xmlns:p14="http://schemas.microsoft.com/office/powerpoint/2010/main" val="4276448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7418687-D621-0443-9593-F546524940B3}"/>
              </a:ext>
            </a:extLst>
          </p:cNvPr>
          <p:cNvSpPr/>
          <p:nvPr userDrawn="1"/>
        </p:nvSpPr>
        <p:spPr>
          <a:xfrm>
            <a:off x="413825" y="483781"/>
            <a:ext cx="11364350" cy="58904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p:nvPr>
        </p:nvSpPr>
        <p:spPr>
          <a:xfrm>
            <a:off x="932329" y="2031121"/>
            <a:ext cx="4534616" cy="3933150"/>
          </a:xfrm>
        </p:spPr>
        <p:txBody>
          <a:bodyPr/>
          <a:lstStyle>
            <a:lvl1pPr marL="342900" indent="-342900">
              <a:buClr>
                <a:schemeClr val="accent1"/>
              </a:buClr>
              <a:buFont typeface="Arial" panose="020B0604020202020204" pitchFamily="34" charset="0"/>
              <a:buChar char="•"/>
              <a:defRPr>
                <a:solidFill>
                  <a:schemeClr val="bg1"/>
                </a:solidFill>
              </a:defRPr>
            </a:lvl1pPr>
            <a:lvl2pPr marL="486918" indent="-285750">
              <a:buClr>
                <a:schemeClr val="accent1"/>
              </a:buClr>
              <a:buFont typeface="Arial" panose="020B0604020202020204" pitchFamily="34" charset="0"/>
              <a:buChar char="•"/>
              <a:defRPr>
                <a:solidFill>
                  <a:schemeClr val="bg1"/>
                </a:solidFill>
              </a:defRPr>
            </a:lvl2pPr>
            <a:lvl3pPr marL="669798" indent="-285750">
              <a:buClr>
                <a:schemeClr val="accent1"/>
              </a:buClr>
              <a:buFont typeface="Arial" panose="020B0604020202020204" pitchFamily="34" charset="0"/>
              <a:buChar char="•"/>
              <a:defRPr>
                <a:solidFill>
                  <a:schemeClr val="bg1"/>
                </a:solidFill>
              </a:defRPr>
            </a:lvl3pPr>
            <a:lvl4pPr marL="852678" indent="-285750">
              <a:buClr>
                <a:schemeClr val="accent1"/>
              </a:buClr>
              <a:buFont typeface="Arial" panose="020B0604020202020204" pitchFamily="34" charset="0"/>
              <a:buChar char="•"/>
              <a:defRPr>
                <a:solidFill>
                  <a:schemeClr val="bg1"/>
                </a:solidFill>
              </a:defRPr>
            </a:lvl4pPr>
            <a:lvl5pPr marL="1035558" indent="-285750">
              <a:buClr>
                <a:schemeClr val="accent1"/>
              </a:buClr>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9/9/2020</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a:xfrm>
            <a:off x="1097279" y="6446838"/>
            <a:ext cx="6818262" cy="365125"/>
          </a:xfrm>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10" name="Title 9">
            <a:extLst>
              <a:ext uri="{FF2B5EF4-FFF2-40B4-BE49-F238E27FC236}">
                <a16:creationId xmlns:a16="http://schemas.microsoft.com/office/drawing/2014/main" id="{E885CA99-382D-3E4B-9C4E-B250026EF32E}"/>
              </a:ext>
            </a:extLst>
          </p:cNvPr>
          <p:cNvSpPr>
            <a:spLocks noGrp="1"/>
          </p:cNvSpPr>
          <p:nvPr>
            <p:ph type="title"/>
          </p:nvPr>
        </p:nvSpPr>
        <p:spPr>
          <a:xfrm>
            <a:off x="932330" y="893729"/>
            <a:ext cx="4534616" cy="910492"/>
          </a:xfrm>
        </p:spPr>
        <p:txBody>
          <a:bodyPr anchor="ctr"/>
          <a:lstStyle>
            <a:lvl1pPr algn="l">
              <a:defRPr>
                <a:solidFill>
                  <a:schemeClr val="bg1"/>
                </a:solidFill>
              </a:defRPr>
            </a:lvl1pPr>
          </a:lstStyle>
          <a:p>
            <a:r>
              <a:rPr lang="en-US"/>
              <a:t>Click to edit Master title style</a:t>
            </a:r>
            <a:endParaRPr lang="en-US" dirty="0"/>
          </a:p>
        </p:txBody>
      </p:sp>
      <p:sp>
        <p:nvSpPr>
          <p:cNvPr id="11" name="Triangle 10">
            <a:extLst>
              <a:ext uri="{FF2B5EF4-FFF2-40B4-BE49-F238E27FC236}">
                <a16:creationId xmlns:a16="http://schemas.microsoft.com/office/drawing/2014/main" id="{6FFCA020-4282-7D4F-AD59-3DEA5E91ADAB}"/>
              </a:ext>
            </a:extLst>
          </p:cNvPr>
          <p:cNvSpPr/>
          <p:nvPr userDrawn="1"/>
        </p:nvSpPr>
        <p:spPr>
          <a:xfrm>
            <a:off x="10459099" y="5309445"/>
            <a:ext cx="1465933" cy="1465933"/>
          </a:xfrm>
          <a:prstGeom prst="triangle">
            <a:avLst/>
          </a:prstGeom>
          <a:noFill/>
          <a:ln>
            <a:solidFill>
              <a:srgbClr val="C5AE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riangle 11">
            <a:extLst>
              <a:ext uri="{FF2B5EF4-FFF2-40B4-BE49-F238E27FC236}">
                <a16:creationId xmlns:a16="http://schemas.microsoft.com/office/drawing/2014/main" id="{653A8DFA-7BAB-7F45-AC35-E4D26BDBC78A}"/>
              </a:ext>
            </a:extLst>
          </p:cNvPr>
          <p:cNvSpPr/>
          <p:nvPr userDrawn="1"/>
        </p:nvSpPr>
        <p:spPr>
          <a:xfrm rot="5400000">
            <a:off x="-48606" y="1085137"/>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16">
            <a:extLst>
              <a:ext uri="{FF2B5EF4-FFF2-40B4-BE49-F238E27FC236}">
                <a16:creationId xmlns:a16="http://schemas.microsoft.com/office/drawing/2014/main" id="{F5D5DA7E-149B-BB4E-918D-C5FF23087FF1}"/>
              </a:ext>
            </a:extLst>
          </p:cNvPr>
          <p:cNvSpPr>
            <a:spLocks noGrp="1"/>
          </p:cNvSpPr>
          <p:nvPr>
            <p:ph type="pic" sz="quarter" idx="13"/>
          </p:nvPr>
        </p:nvSpPr>
        <p:spPr>
          <a:xfrm>
            <a:off x="3727491" y="0"/>
            <a:ext cx="8464509" cy="6858000"/>
          </a:xfrm>
          <a:custGeom>
            <a:avLst/>
            <a:gdLst>
              <a:gd name="connsiteX0" fmla="*/ 3426278 w 8464509"/>
              <a:gd name="connsiteY0" fmla="*/ 0 h 6858000"/>
              <a:gd name="connsiteX1" fmla="*/ 3440072 w 8464509"/>
              <a:gd name="connsiteY1" fmla="*/ 37000 h 6858000"/>
              <a:gd name="connsiteX2" fmla="*/ 3440072 w 8464509"/>
              <a:gd name="connsiteY2" fmla="*/ 0 h 6858000"/>
              <a:gd name="connsiteX3" fmla="*/ 8464509 w 8464509"/>
              <a:gd name="connsiteY3" fmla="*/ 0 h 6858000"/>
              <a:gd name="connsiteX4" fmla="*/ 8464509 w 8464509"/>
              <a:gd name="connsiteY4" fmla="*/ 6858000 h 6858000"/>
              <a:gd name="connsiteX5" fmla="*/ 3440072 w 8464509"/>
              <a:gd name="connsiteY5" fmla="*/ 6858000 h 6858000"/>
              <a:gd name="connsiteX6" fmla="*/ 3440072 w 8464509"/>
              <a:gd name="connsiteY6" fmla="*/ 6839148 h 6858000"/>
              <a:gd name="connsiteX7" fmla="*/ 0 w 8464509"/>
              <a:gd name="connsiteY7" fmla="*/ 6858000 h 6858000"/>
              <a:gd name="connsiteX0" fmla="*/ 3426278 w 8464509"/>
              <a:gd name="connsiteY0" fmla="*/ 0 h 6858000"/>
              <a:gd name="connsiteX1" fmla="*/ 3440072 w 8464509"/>
              <a:gd name="connsiteY1" fmla="*/ 37000 h 6858000"/>
              <a:gd name="connsiteX2" fmla="*/ 3440072 w 8464509"/>
              <a:gd name="connsiteY2" fmla="*/ 0 h 6858000"/>
              <a:gd name="connsiteX3" fmla="*/ 8464509 w 8464509"/>
              <a:gd name="connsiteY3" fmla="*/ 0 h 6858000"/>
              <a:gd name="connsiteX4" fmla="*/ 8464509 w 8464509"/>
              <a:gd name="connsiteY4" fmla="*/ 6858000 h 6858000"/>
              <a:gd name="connsiteX5" fmla="*/ 3440072 w 8464509"/>
              <a:gd name="connsiteY5" fmla="*/ 6858000 h 6858000"/>
              <a:gd name="connsiteX6" fmla="*/ 0 w 8464509"/>
              <a:gd name="connsiteY6" fmla="*/ 6858000 h 6858000"/>
              <a:gd name="connsiteX7" fmla="*/ 3426278 w 8464509"/>
              <a:gd name="connsiteY7" fmla="*/ 0 h 6858000"/>
              <a:gd name="connsiteX0" fmla="*/ 3426278 w 8464509"/>
              <a:gd name="connsiteY0" fmla="*/ 0 h 6858000"/>
              <a:gd name="connsiteX1" fmla="*/ 3440072 w 8464509"/>
              <a:gd name="connsiteY1" fmla="*/ 37000 h 6858000"/>
              <a:gd name="connsiteX2" fmla="*/ 3440072 w 8464509"/>
              <a:gd name="connsiteY2" fmla="*/ 0 h 6858000"/>
              <a:gd name="connsiteX3" fmla="*/ 8464509 w 8464509"/>
              <a:gd name="connsiteY3" fmla="*/ 0 h 6858000"/>
              <a:gd name="connsiteX4" fmla="*/ 8464509 w 8464509"/>
              <a:gd name="connsiteY4" fmla="*/ 6858000 h 6858000"/>
              <a:gd name="connsiteX5" fmla="*/ 0 w 8464509"/>
              <a:gd name="connsiteY5" fmla="*/ 6858000 h 6858000"/>
              <a:gd name="connsiteX6" fmla="*/ 3426278 w 8464509"/>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64509" h="6858000">
                <a:moveTo>
                  <a:pt x="3426278" y="0"/>
                </a:moveTo>
                <a:lnTo>
                  <a:pt x="3440072" y="37000"/>
                </a:lnTo>
                <a:lnTo>
                  <a:pt x="3440072" y="0"/>
                </a:lnTo>
                <a:lnTo>
                  <a:pt x="8464509" y="0"/>
                </a:lnTo>
                <a:lnTo>
                  <a:pt x="8464509" y="6858000"/>
                </a:lnTo>
                <a:lnTo>
                  <a:pt x="0" y="6858000"/>
                </a:lnTo>
                <a:lnTo>
                  <a:pt x="3426278" y="0"/>
                </a:lnTo>
                <a:close/>
              </a:path>
            </a:pathLst>
          </a:custGeom>
          <a:solidFill>
            <a:schemeClr val="accent4"/>
          </a:solidFill>
        </p:spPr>
        <p:txBody>
          <a:bodyPr wrap="square">
            <a:noAutofit/>
          </a:bodyPr>
          <a:lstStyle/>
          <a:p>
            <a:r>
              <a:rPr lang="en-US"/>
              <a:t>Click icon to add picture</a:t>
            </a:r>
            <a:endParaRPr lang="en-US" dirty="0"/>
          </a:p>
        </p:txBody>
      </p:sp>
      <p:sp>
        <p:nvSpPr>
          <p:cNvPr id="19" name="Triangle 18">
            <a:extLst>
              <a:ext uri="{FF2B5EF4-FFF2-40B4-BE49-F238E27FC236}">
                <a16:creationId xmlns:a16="http://schemas.microsoft.com/office/drawing/2014/main" id="{BEBB0DCE-DD71-FF40-B471-A617514321E6}"/>
              </a:ext>
            </a:extLst>
          </p:cNvPr>
          <p:cNvSpPr/>
          <p:nvPr userDrawn="1"/>
        </p:nvSpPr>
        <p:spPr>
          <a:xfrm rot="10800000">
            <a:off x="5869115" y="4530"/>
            <a:ext cx="911753" cy="911753"/>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56337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_Black">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7418687-D621-0443-9593-F546524940B3}"/>
              </a:ext>
            </a:extLst>
          </p:cNvPr>
          <p:cNvSpPr/>
          <p:nvPr userDrawn="1"/>
        </p:nvSpPr>
        <p:spPr>
          <a:xfrm>
            <a:off x="413825" y="483781"/>
            <a:ext cx="11364350" cy="58904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p:nvPr>
        </p:nvSpPr>
        <p:spPr>
          <a:xfrm>
            <a:off x="932329" y="2031121"/>
            <a:ext cx="10452848" cy="3933150"/>
          </a:xfrm>
        </p:spPr>
        <p:txBody>
          <a:bodyPr/>
          <a:lstStyle>
            <a:lvl1pPr marL="342900" indent="-342900">
              <a:buClr>
                <a:schemeClr val="accent1"/>
              </a:buClr>
              <a:buFont typeface="Arial" panose="020B0604020202020204" pitchFamily="34" charset="0"/>
              <a:buChar char="•"/>
              <a:defRPr>
                <a:solidFill>
                  <a:schemeClr val="bg1"/>
                </a:solidFill>
              </a:defRPr>
            </a:lvl1pPr>
            <a:lvl2pPr marL="486918" indent="-285750">
              <a:buClr>
                <a:schemeClr val="accent1"/>
              </a:buClr>
              <a:buFont typeface="Arial" panose="020B0604020202020204" pitchFamily="34" charset="0"/>
              <a:buChar char="•"/>
              <a:defRPr>
                <a:solidFill>
                  <a:schemeClr val="bg1"/>
                </a:solidFill>
              </a:defRPr>
            </a:lvl2pPr>
            <a:lvl3pPr marL="669798" indent="-285750">
              <a:buClr>
                <a:schemeClr val="accent1"/>
              </a:buClr>
              <a:buFont typeface="Arial" panose="020B0604020202020204" pitchFamily="34" charset="0"/>
              <a:buChar char="•"/>
              <a:defRPr>
                <a:solidFill>
                  <a:schemeClr val="bg1"/>
                </a:solidFill>
              </a:defRPr>
            </a:lvl3pPr>
            <a:lvl4pPr marL="852678" indent="-285750">
              <a:buClr>
                <a:schemeClr val="accent1"/>
              </a:buClr>
              <a:buFont typeface="Arial" panose="020B0604020202020204" pitchFamily="34" charset="0"/>
              <a:buChar char="•"/>
              <a:defRPr>
                <a:solidFill>
                  <a:schemeClr val="bg1"/>
                </a:solidFill>
              </a:defRPr>
            </a:lvl4pPr>
            <a:lvl5pPr marL="1035558" indent="-285750">
              <a:buClr>
                <a:schemeClr val="accent1"/>
              </a:buClr>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9/9/2020</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10" name="Title 9">
            <a:extLst>
              <a:ext uri="{FF2B5EF4-FFF2-40B4-BE49-F238E27FC236}">
                <a16:creationId xmlns:a16="http://schemas.microsoft.com/office/drawing/2014/main" id="{E885CA99-382D-3E4B-9C4E-B250026EF32E}"/>
              </a:ext>
            </a:extLst>
          </p:cNvPr>
          <p:cNvSpPr>
            <a:spLocks noGrp="1"/>
          </p:cNvSpPr>
          <p:nvPr>
            <p:ph type="title"/>
          </p:nvPr>
        </p:nvSpPr>
        <p:spPr>
          <a:xfrm>
            <a:off x="932329" y="893729"/>
            <a:ext cx="10452849" cy="910492"/>
          </a:xfrm>
        </p:spPr>
        <p:txBody>
          <a:bodyPr anchor="ctr"/>
          <a:lstStyle>
            <a:lvl1pPr algn="l">
              <a:defRPr>
                <a:solidFill>
                  <a:schemeClr val="bg1"/>
                </a:solidFill>
              </a:defRPr>
            </a:lvl1pPr>
          </a:lstStyle>
          <a:p>
            <a:r>
              <a:rPr lang="en-US"/>
              <a:t>Click to edit Master title style</a:t>
            </a:r>
            <a:endParaRPr lang="en-US" dirty="0"/>
          </a:p>
        </p:txBody>
      </p:sp>
      <p:sp>
        <p:nvSpPr>
          <p:cNvPr id="11" name="Triangle 10">
            <a:extLst>
              <a:ext uri="{FF2B5EF4-FFF2-40B4-BE49-F238E27FC236}">
                <a16:creationId xmlns:a16="http://schemas.microsoft.com/office/drawing/2014/main" id="{6FFCA020-4282-7D4F-AD59-3DEA5E91ADAB}"/>
              </a:ext>
            </a:extLst>
          </p:cNvPr>
          <p:cNvSpPr/>
          <p:nvPr userDrawn="1"/>
        </p:nvSpPr>
        <p:spPr>
          <a:xfrm>
            <a:off x="10459099" y="5309445"/>
            <a:ext cx="1465933" cy="1465933"/>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riangle 11">
            <a:extLst>
              <a:ext uri="{FF2B5EF4-FFF2-40B4-BE49-F238E27FC236}">
                <a16:creationId xmlns:a16="http://schemas.microsoft.com/office/drawing/2014/main" id="{653A8DFA-7BAB-7F45-AC35-E4D26BDBC78A}"/>
              </a:ext>
            </a:extLst>
          </p:cNvPr>
          <p:cNvSpPr/>
          <p:nvPr userDrawn="1"/>
        </p:nvSpPr>
        <p:spPr>
          <a:xfrm rot="5400000">
            <a:off x="-48606" y="1085138"/>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92933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Black">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7418687-D621-0443-9593-F546524940B3}"/>
              </a:ext>
            </a:extLst>
          </p:cNvPr>
          <p:cNvSpPr/>
          <p:nvPr userDrawn="1"/>
        </p:nvSpPr>
        <p:spPr>
          <a:xfrm>
            <a:off x="413825" y="483781"/>
            <a:ext cx="11364350" cy="58904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9/9/2020</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10" name="Title 9">
            <a:extLst>
              <a:ext uri="{FF2B5EF4-FFF2-40B4-BE49-F238E27FC236}">
                <a16:creationId xmlns:a16="http://schemas.microsoft.com/office/drawing/2014/main" id="{E885CA99-382D-3E4B-9C4E-B250026EF32E}"/>
              </a:ext>
            </a:extLst>
          </p:cNvPr>
          <p:cNvSpPr>
            <a:spLocks noGrp="1"/>
          </p:cNvSpPr>
          <p:nvPr>
            <p:ph type="title"/>
          </p:nvPr>
        </p:nvSpPr>
        <p:spPr>
          <a:xfrm>
            <a:off x="932329" y="893729"/>
            <a:ext cx="10452849" cy="910492"/>
          </a:xfrm>
        </p:spPr>
        <p:txBody>
          <a:bodyPr anchor="ctr"/>
          <a:lstStyle>
            <a:lvl1pPr algn="l">
              <a:defRPr>
                <a:solidFill>
                  <a:schemeClr val="bg1"/>
                </a:solidFill>
              </a:defRPr>
            </a:lvl1pPr>
          </a:lstStyle>
          <a:p>
            <a:r>
              <a:rPr lang="en-US"/>
              <a:t>Click to edit Master title style</a:t>
            </a:r>
            <a:endParaRPr lang="en-US" dirty="0"/>
          </a:p>
        </p:txBody>
      </p:sp>
      <p:sp>
        <p:nvSpPr>
          <p:cNvPr id="11" name="Triangle 10">
            <a:extLst>
              <a:ext uri="{FF2B5EF4-FFF2-40B4-BE49-F238E27FC236}">
                <a16:creationId xmlns:a16="http://schemas.microsoft.com/office/drawing/2014/main" id="{6FFCA020-4282-7D4F-AD59-3DEA5E91ADAB}"/>
              </a:ext>
            </a:extLst>
          </p:cNvPr>
          <p:cNvSpPr/>
          <p:nvPr userDrawn="1"/>
        </p:nvSpPr>
        <p:spPr>
          <a:xfrm>
            <a:off x="10459099" y="5309445"/>
            <a:ext cx="1465933" cy="1465933"/>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riangle 11">
            <a:extLst>
              <a:ext uri="{FF2B5EF4-FFF2-40B4-BE49-F238E27FC236}">
                <a16:creationId xmlns:a16="http://schemas.microsoft.com/office/drawing/2014/main" id="{653A8DFA-7BAB-7F45-AC35-E4D26BDBC78A}"/>
              </a:ext>
            </a:extLst>
          </p:cNvPr>
          <p:cNvSpPr/>
          <p:nvPr userDrawn="1"/>
        </p:nvSpPr>
        <p:spPr>
          <a:xfrm rot="5400000">
            <a:off x="-48606" y="1085138"/>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07236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_White">
    <p:bg>
      <p:bgPr>
        <a:solidFill>
          <a:schemeClr val="tx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7418687-D621-0443-9593-F546524940B3}"/>
              </a:ext>
            </a:extLst>
          </p:cNvPr>
          <p:cNvSpPr/>
          <p:nvPr userDrawn="1"/>
        </p:nvSpPr>
        <p:spPr>
          <a:xfrm>
            <a:off x="413825" y="483781"/>
            <a:ext cx="11364350" cy="58904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9/9/2020</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riangle 10">
            <a:extLst>
              <a:ext uri="{FF2B5EF4-FFF2-40B4-BE49-F238E27FC236}">
                <a16:creationId xmlns:a16="http://schemas.microsoft.com/office/drawing/2014/main" id="{6FFCA020-4282-7D4F-AD59-3DEA5E91ADAB}"/>
              </a:ext>
            </a:extLst>
          </p:cNvPr>
          <p:cNvSpPr/>
          <p:nvPr userDrawn="1"/>
        </p:nvSpPr>
        <p:spPr>
          <a:xfrm>
            <a:off x="10459099" y="5309445"/>
            <a:ext cx="1465933" cy="1465933"/>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riangle 11">
            <a:extLst>
              <a:ext uri="{FF2B5EF4-FFF2-40B4-BE49-F238E27FC236}">
                <a16:creationId xmlns:a16="http://schemas.microsoft.com/office/drawing/2014/main" id="{653A8DFA-7BAB-7F45-AC35-E4D26BDBC78A}"/>
              </a:ext>
            </a:extLst>
          </p:cNvPr>
          <p:cNvSpPr/>
          <p:nvPr userDrawn="1"/>
        </p:nvSpPr>
        <p:spPr>
          <a:xfrm rot="5400000">
            <a:off x="-48606" y="1085137"/>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ntent Placeholder 2">
            <a:extLst>
              <a:ext uri="{FF2B5EF4-FFF2-40B4-BE49-F238E27FC236}">
                <a16:creationId xmlns:a16="http://schemas.microsoft.com/office/drawing/2014/main" id="{913F7CD6-7F0D-1C4F-AE97-8E76514EED57}"/>
              </a:ext>
            </a:extLst>
          </p:cNvPr>
          <p:cNvSpPr>
            <a:spLocks noGrp="1"/>
          </p:cNvSpPr>
          <p:nvPr>
            <p:ph idx="1"/>
          </p:nvPr>
        </p:nvSpPr>
        <p:spPr>
          <a:xfrm>
            <a:off x="932329" y="2031121"/>
            <a:ext cx="10452848" cy="3933150"/>
          </a:xfrm>
        </p:spPr>
        <p:txBody>
          <a:bodyPr/>
          <a:lstStyle>
            <a:lvl1pPr marL="342900" indent="-342900">
              <a:buClr>
                <a:schemeClr val="accent1"/>
              </a:buClr>
              <a:buFont typeface="Arial" panose="020B0604020202020204" pitchFamily="34" charset="0"/>
              <a:buChar char="•"/>
              <a:defRPr>
                <a:solidFill>
                  <a:schemeClr val="tx1"/>
                </a:solidFill>
              </a:defRPr>
            </a:lvl1pPr>
            <a:lvl2pPr marL="486918" indent="-285750">
              <a:buClr>
                <a:schemeClr val="accent1"/>
              </a:buClr>
              <a:buFont typeface="Arial" panose="020B0604020202020204" pitchFamily="34" charset="0"/>
              <a:buChar char="•"/>
              <a:defRPr>
                <a:solidFill>
                  <a:schemeClr val="tx1"/>
                </a:solidFill>
              </a:defRPr>
            </a:lvl2pPr>
            <a:lvl3pPr marL="669798" indent="-285750">
              <a:buClr>
                <a:schemeClr val="accent1"/>
              </a:buClr>
              <a:buFont typeface="Arial" panose="020B0604020202020204" pitchFamily="34" charset="0"/>
              <a:buChar char="•"/>
              <a:defRPr>
                <a:solidFill>
                  <a:schemeClr val="tx1"/>
                </a:solidFill>
              </a:defRPr>
            </a:lvl3pPr>
            <a:lvl4pPr marL="852678" indent="-285750">
              <a:buClr>
                <a:schemeClr val="accent1"/>
              </a:buClr>
              <a:buFont typeface="Arial" panose="020B0604020202020204" pitchFamily="34" charset="0"/>
              <a:buChar char="•"/>
              <a:defRPr>
                <a:solidFill>
                  <a:schemeClr val="tx1"/>
                </a:solidFill>
              </a:defRPr>
            </a:lvl4pPr>
            <a:lvl5pPr marL="1035558" indent="-285750">
              <a:buClr>
                <a:schemeClr val="accent1"/>
              </a:buClr>
              <a:buFont typeface="Arial" panose="020B0604020202020204" pitchFamily="34" charset="0"/>
              <a:buChar cha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itle 9">
            <a:extLst>
              <a:ext uri="{FF2B5EF4-FFF2-40B4-BE49-F238E27FC236}">
                <a16:creationId xmlns:a16="http://schemas.microsoft.com/office/drawing/2014/main" id="{FC3934F6-C727-0048-AD31-76E16E779680}"/>
              </a:ext>
            </a:extLst>
          </p:cNvPr>
          <p:cNvSpPr>
            <a:spLocks noGrp="1"/>
          </p:cNvSpPr>
          <p:nvPr>
            <p:ph type="title"/>
          </p:nvPr>
        </p:nvSpPr>
        <p:spPr>
          <a:xfrm>
            <a:off x="932329" y="893729"/>
            <a:ext cx="10452849" cy="910492"/>
          </a:xfrm>
        </p:spPr>
        <p:txBody>
          <a:bodyPr anchor="ctr"/>
          <a:lstStyle>
            <a:lvl1pPr algn="l">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343802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_White">
    <p:bg>
      <p:bgPr>
        <a:solidFill>
          <a:schemeClr val="tx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7418687-D621-0443-9593-F546524940B3}"/>
              </a:ext>
            </a:extLst>
          </p:cNvPr>
          <p:cNvSpPr/>
          <p:nvPr userDrawn="1"/>
        </p:nvSpPr>
        <p:spPr>
          <a:xfrm>
            <a:off x="413825" y="483781"/>
            <a:ext cx="11364350" cy="58904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9/9/2020</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riangle 10">
            <a:extLst>
              <a:ext uri="{FF2B5EF4-FFF2-40B4-BE49-F238E27FC236}">
                <a16:creationId xmlns:a16="http://schemas.microsoft.com/office/drawing/2014/main" id="{6FFCA020-4282-7D4F-AD59-3DEA5E91ADAB}"/>
              </a:ext>
            </a:extLst>
          </p:cNvPr>
          <p:cNvSpPr/>
          <p:nvPr userDrawn="1"/>
        </p:nvSpPr>
        <p:spPr>
          <a:xfrm>
            <a:off x="10459099" y="5309445"/>
            <a:ext cx="1465933" cy="1465933"/>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riangle 11">
            <a:extLst>
              <a:ext uri="{FF2B5EF4-FFF2-40B4-BE49-F238E27FC236}">
                <a16:creationId xmlns:a16="http://schemas.microsoft.com/office/drawing/2014/main" id="{653A8DFA-7BAB-7F45-AC35-E4D26BDBC78A}"/>
              </a:ext>
            </a:extLst>
          </p:cNvPr>
          <p:cNvSpPr/>
          <p:nvPr userDrawn="1"/>
        </p:nvSpPr>
        <p:spPr>
          <a:xfrm rot="5400000">
            <a:off x="-48606" y="1085137"/>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itle 9">
            <a:extLst>
              <a:ext uri="{FF2B5EF4-FFF2-40B4-BE49-F238E27FC236}">
                <a16:creationId xmlns:a16="http://schemas.microsoft.com/office/drawing/2014/main" id="{FC3934F6-C727-0048-AD31-76E16E779680}"/>
              </a:ext>
            </a:extLst>
          </p:cNvPr>
          <p:cNvSpPr>
            <a:spLocks noGrp="1"/>
          </p:cNvSpPr>
          <p:nvPr>
            <p:ph type="title"/>
          </p:nvPr>
        </p:nvSpPr>
        <p:spPr>
          <a:xfrm>
            <a:off x="932329" y="893729"/>
            <a:ext cx="10452849" cy="910492"/>
          </a:xfrm>
        </p:spPr>
        <p:txBody>
          <a:bodyPr anchor="ctr"/>
          <a:lstStyle>
            <a:lvl1pPr algn="l">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559432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tx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298B14A3-A5A4-2F4A-95D8-651E4818BB24}"/>
              </a:ext>
            </a:extLst>
          </p:cNvPr>
          <p:cNvSpPr/>
          <p:nvPr userDrawn="1"/>
        </p:nvSpPr>
        <p:spPr>
          <a:xfrm>
            <a:off x="413825" y="483781"/>
            <a:ext cx="11364350" cy="58904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riangle 25">
            <a:extLst>
              <a:ext uri="{FF2B5EF4-FFF2-40B4-BE49-F238E27FC236}">
                <a16:creationId xmlns:a16="http://schemas.microsoft.com/office/drawing/2014/main" id="{FA21A50F-6662-5046-B75A-1261DC14ABFA}"/>
              </a:ext>
            </a:extLst>
          </p:cNvPr>
          <p:cNvSpPr/>
          <p:nvPr userDrawn="1"/>
        </p:nvSpPr>
        <p:spPr>
          <a:xfrm rot="5400000">
            <a:off x="-48606" y="1085137"/>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2FDC47F2-EE1F-4644-989A-72996AC94A96}"/>
              </a:ext>
            </a:extLst>
          </p:cNvPr>
          <p:cNvGrpSpPr/>
          <p:nvPr userDrawn="1"/>
        </p:nvGrpSpPr>
        <p:grpSpPr>
          <a:xfrm>
            <a:off x="401408" y="1983214"/>
            <a:ext cx="5127171" cy="979022"/>
            <a:chOff x="417597" y="1992086"/>
            <a:chExt cx="5127171" cy="979022"/>
          </a:xfrm>
        </p:grpSpPr>
        <p:sp>
          <p:nvSpPr>
            <p:cNvPr id="14" name="Rectangle 13">
              <a:extLst>
                <a:ext uri="{FF2B5EF4-FFF2-40B4-BE49-F238E27FC236}">
                  <a16:creationId xmlns:a16="http://schemas.microsoft.com/office/drawing/2014/main" id="{386ED203-5311-5B45-870D-8D058E718B91}"/>
                </a:ext>
              </a:extLst>
            </p:cNvPr>
            <p:cNvSpPr/>
            <p:nvPr/>
          </p:nvSpPr>
          <p:spPr>
            <a:xfrm>
              <a:off x="417597" y="1992086"/>
              <a:ext cx="5127171" cy="7047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5" name="Triangle 14">
              <a:extLst>
                <a:ext uri="{FF2B5EF4-FFF2-40B4-BE49-F238E27FC236}">
                  <a16:creationId xmlns:a16="http://schemas.microsoft.com/office/drawing/2014/main" id="{DE2C0F56-426C-5F4D-AAFD-DF53CA60DB1F}"/>
                </a:ext>
              </a:extLst>
            </p:cNvPr>
            <p:cNvSpPr>
              <a:spLocks noChangeAspect="1"/>
            </p:cNvSpPr>
            <p:nvPr/>
          </p:nvSpPr>
          <p:spPr>
            <a:xfrm rot="10800000">
              <a:off x="2821824" y="2696788"/>
              <a:ext cx="318212" cy="27432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grpSp>
      <p:sp>
        <p:nvSpPr>
          <p:cNvPr id="3" name="Text Placeholder 2"/>
          <p:cNvSpPr>
            <a:spLocks noGrp="1"/>
          </p:cNvSpPr>
          <p:nvPr>
            <p:ph type="body" idx="1"/>
          </p:nvPr>
        </p:nvSpPr>
        <p:spPr>
          <a:xfrm>
            <a:off x="645125" y="1984781"/>
            <a:ext cx="4639736" cy="703135"/>
          </a:xfrm>
        </p:spPr>
        <p:txBody>
          <a:bodyPr lIns="91440" rIns="91440" anchor="ctr">
            <a:normAutofit/>
          </a:bodyPr>
          <a:lstStyle>
            <a:lvl1pPr marL="0" indent="0" algn="ctr">
              <a:buNone/>
              <a:defRPr sz="2000" b="0" cap="all"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45125" y="3154858"/>
            <a:ext cx="4639736" cy="28700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9/9/2020</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a:xfrm>
            <a:off x="1097279" y="6446838"/>
            <a:ext cx="6818262" cy="365125"/>
          </a:xfrm>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grpSp>
        <p:nvGrpSpPr>
          <p:cNvPr id="19" name="Group 18">
            <a:extLst>
              <a:ext uri="{FF2B5EF4-FFF2-40B4-BE49-F238E27FC236}">
                <a16:creationId xmlns:a16="http://schemas.microsoft.com/office/drawing/2014/main" id="{0EC9B82D-42A0-2549-AF1A-BB955578D14E}"/>
              </a:ext>
            </a:extLst>
          </p:cNvPr>
          <p:cNvGrpSpPr/>
          <p:nvPr userDrawn="1"/>
        </p:nvGrpSpPr>
        <p:grpSpPr>
          <a:xfrm>
            <a:off x="6663674" y="1983214"/>
            <a:ext cx="5127171" cy="979022"/>
            <a:chOff x="417597" y="1992086"/>
            <a:chExt cx="5127171" cy="979022"/>
          </a:xfrm>
        </p:grpSpPr>
        <p:sp>
          <p:nvSpPr>
            <p:cNvPr id="20" name="Rectangle 19">
              <a:extLst>
                <a:ext uri="{FF2B5EF4-FFF2-40B4-BE49-F238E27FC236}">
                  <a16:creationId xmlns:a16="http://schemas.microsoft.com/office/drawing/2014/main" id="{6F986011-7709-A448-BC93-37507571BAF8}"/>
                </a:ext>
              </a:extLst>
            </p:cNvPr>
            <p:cNvSpPr/>
            <p:nvPr/>
          </p:nvSpPr>
          <p:spPr>
            <a:xfrm>
              <a:off x="417597" y="1992086"/>
              <a:ext cx="5127171" cy="7047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1" name="Triangle 20">
              <a:extLst>
                <a:ext uri="{FF2B5EF4-FFF2-40B4-BE49-F238E27FC236}">
                  <a16:creationId xmlns:a16="http://schemas.microsoft.com/office/drawing/2014/main" id="{97EFE62B-D2C4-6147-8593-BDB17D7FB781}"/>
                </a:ext>
              </a:extLst>
            </p:cNvPr>
            <p:cNvSpPr>
              <a:spLocks noChangeAspect="1"/>
            </p:cNvSpPr>
            <p:nvPr/>
          </p:nvSpPr>
          <p:spPr>
            <a:xfrm rot="10800000">
              <a:off x="2822076" y="2696788"/>
              <a:ext cx="318212" cy="27432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grpSp>
      <p:sp>
        <p:nvSpPr>
          <p:cNvPr id="22" name="Text Placeholder 2">
            <a:extLst>
              <a:ext uri="{FF2B5EF4-FFF2-40B4-BE49-F238E27FC236}">
                <a16:creationId xmlns:a16="http://schemas.microsoft.com/office/drawing/2014/main" id="{A343E295-0EB5-2B45-8B07-FB33A0D549D9}"/>
              </a:ext>
            </a:extLst>
          </p:cNvPr>
          <p:cNvSpPr>
            <a:spLocks noGrp="1"/>
          </p:cNvSpPr>
          <p:nvPr>
            <p:ph type="body" idx="13"/>
          </p:nvPr>
        </p:nvSpPr>
        <p:spPr>
          <a:xfrm>
            <a:off x="6907391" y="1984781"/>
            <a:ext cx="4639736" cy="703135"/>
          </a:xfrm>
        </p:spPr>
        <p:txBody>
          <a:bodyPr lIns="91440" rIns="91440" anchor="ctr">
            <a:normAutofit/>
          </a:bodyPr>
          <a:lstStyle>
            <a:lvl1pPr marL="0" indent="0" algn="ctr">
              <a:buNone/>
              <a:defRPr sz="2000" b="0" cap="all"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86411A82-4B2C-2345-940D-003FAE95661B}"/>
              </a:ext>
            </a:extLst>
          </p:cNvPr>
          <p:cNvSpPr>
            <a:spLocks noGrp="1"/>
          </p:cNvSpPr>
          <p:nvPr>
            <p:ph sz="half" idx="14"/>
          </p:nvPr>
        </p:nvSpPr>
        <p:spPr>
          <a:xfrm>
            <a:off x="6907391" y="3154858"/>
            <a:ext cx="4639736" cy="28700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a:extLst>
              <a:ext uri="{FF2B5EF4-FFF2-40B4-BE49-F238E27FC236}">
                <a16:creationId xmlns:a16="http://schemas.microsoft.com/office/drawing/2014/main" id="{E81638DF-1560-0147-9FCE-648610243627}"/>
              </a:ext>
            </a:extLst>
          </p:cNvPr>
          <p:cNvCxnSpPr/>
          <p:nvPr userDrawn="1"/>
        </p:nvCxnSpPr>
        <p:spPr>
          <a:xfrm>
            <a:off x="6096000" y="2055833"/>
            <a:ext cx="0" cy="3813262"/>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27" name="Title 9">
            <a:extLst>
              <a:ext uri="{FF2B5EF4-FFF2-40B4-BE49-F238E27FC236}">
                <a16:creationId xmlns:a16="http://schemas.microsoft.com/office/drawing/2014/main" id="{6500C466-2C7C-0F41-ADF8-F36158F8BCB7}"/>
              </a:ext>
            </a:extLst>
          </p:cNvPr>
          <p:cNvSpPr>
            <a:spLocks noGrp="1"/>
          </p:cNvSpPr>
          <p:nvPr>
            <p:ph type="title"/>
          </p:nvPr>
        </p:nvSpPr>
        <p:spPr>
          <a:xfrm>
            <a:off x="932330" y="893729"/>
            <a:ext cx="10205573" cy="910492"/>
          </a:xfrm>
        </p:spPr>
        <p:txBody>
          <a:bodyPr anchor="ctr"/>
          <a:lstStyle>
            <a:lvl1pPr algn="l">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9034731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9/9/2020</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5" name="Rectangle 4">
            <a:extLst>
              <a:ext uri="{FF2B5EF4-FFF2-40B4-BE49-F238E27FC236}">
                <a16:creationId xmlns:a16="http://schemas.microsoft.com/office/drawing/2014/main" id="{95E5791F-3F71-BF44-BA4E-0B7D386184DC}"/>
              </a:ext>
            </a:extLst>
          </p:cNvPr>
          <p:cNvSpPr/>
          <p:nvPr userDrawn="1"/>
        </p:nvSpPr>
        <p:spPr>
          <a:xfrm>
            <a:off x="0" y="467833"/>
            <a:ext cx="11729822" cy="58904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riangle 6">
            <a:extLst>
              <a:ext uri="{FF2B5EF4-FFF2-40B4-BE49-F238E27FC236}">
                <a16:creationId xmlns:a16="http://schemas.microsoft.com/office/drawing/2014/main" id="{19AE2E01-52D8-994A-80AC-622260011952}"/>
              </a:ext>
            </a:extLst>
          </p:cNvPr>
          <p:cNvSpPr/>
          <p:nvPr userDrawn="1"/>
        </p:nvSpPr>
        <p:spPr>
          <a:xfrm>
            <a:off x="1915754" y="3684257"/>
            <a:ext cx="3112470" cy="3112470"/>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riangle 7">
            <a:extLst>
              <a:ext uri="{FF2B5EF4-FFF2-40B4-BE49-F238E27FC236}">
                <a16:creationId xmlns:a16="http://schemas.microsoft.com/office/drawing/2014/main" id="{B8F16C36-FC88-9044-8303-4AAB2C148BA5}"/>
              </a:ext>
            </a:extLst>
          </p:cNvPr>
          <p:cNvSpPr/>
          <p:nvPr userDrawn="1"/>
        </p:nvSpPr>
        <p:spPr>
          <a:xfrm>
            <a:off x="4668946" y="522786"/>
            <a:ext cx="718556" cy="718556"/>
          </a:xfrm>
          <a:prstGeom prst="triangle">
            <a:avLst/>
          </a:prstGeom>
          <a:pattFill prst="dkHorz">
            <a:fgClr>
              <a:schemeClr val="accent1"/>
            </a:fgClr>
            <a:bgClr>
              <a:schemeClr val="tx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14">
            <a:extLst>
              <a:ext uri="{FF2B5EF4-FFF2-40B4-BE49-F238E27FC236}">
                <a16:creationId xmlns:a16="http://schemas.microsoft.com/office/drawing/2014/main" id="{7DA0D001-BFE9-164E-A088-53FE53ABF519}"/>
              </a:ext>
            </a:extLst>
          </p:cNvPr>
          <p:cNvSpPr>
            <a:spLocks noGrp="1"/>
          </p:cNvSpPr>
          <p:nvPr>
            <p:ph type="pic" sz="quarter" idx="13"/>
          </p:nvPr>
        </p:nvSpPr>
        <p:spPr>
          <a:xfrm>
            <a:off x="-1" y="0"/>
            <a:ext cx="5123378" cy="6864485"/>
          </a:xfrm>
          <a:custGeom>
            <a:avLst/>
            <a:gdLst>
              <a:gd name="connsiteX0" fmla="*/ 1602021 w 6096000"/>
              <a:gd name="connsiteY0" fmla="*/ 0 h 6858000"/>
              <a:gd name="connsiteX1" fmla="*/ 6096000 w 6096000"/>
              <a:gd name="connsiteY1" fmla="*/ 0 h 6858000"/>
              <a:gd name="connsiteX2" fmla="*/ 1612869 w 6096000"/>
              <a:gd name="connsiteY2" fmla="*/ 6841445 h 6858000"/>
              <a:gd name="connsiteX3" fmla="*/ 1612869 w 6096000"/>
              <a:gd name="connsiteY3" fmla="*/ 6858000 h 6858000"/>
              <a:gd name="connsiteX4" fmla="*/ 0 w 6096000"/>
              <a:gd name="connsiteY4" fmla="*/ 6858000 h 6858000"/>
              <a:gd name="connsiteX5" fmla="*/ 0 w 6096000"/>
              <a:gd name="connsiteY5" fmla="*/ 0 h 6858000"/>
              <a:gd name="connsiteX6" fmla="*/ 1602021 w 6096000"/>
              <a:gd name="connsiteY6" fmla="*/ 0 h 6858000"/>
              <a:gd name="connsiteX0" fmla="*/ 1602021 w 6096000"/>
              <a:gd name="connsiteY0" fmla="*/ 0 h 6858000"/>
              <a:gd name="connsiteX1" fmla="*/ 6096000 w 6096000"/>
              <a:gd name="connsiteY1" fmla="*/ 0 h 6858000"/>
              <a:gd name="connsiteX2" fmla="*/ 2014112 w 6096000"/>
              <a:gd name="connsiteY2" fmla="*/ 6857657 h 6858000"/>
              <a:gd name="connsiteX3" fmla="*/ 1612869 w 6096000"/>
              <a:gd name="connsiteY3" fmla="*/ 6858000 h 6858000"/>
              <a:gd name="connsiteX4" fmla="*/ 0 w 6096000"/>
              <a:gd name="connsiteY4" fmla="*/ 6858000 h 6858000"/>
              <a:gd name="connsiteX5" fmla="*/ 0 w 6096000"/>
              <a:gd name="connsiteY5" fmla="*/ 0 h 6858000"/>
              <a:gd name="connsiteX6" fmla="*/ 1602021 w 6096000"/>
              <a:gd name="connsiteY6" fmla="*/ 0 h 6858000"/>
              <a:gd name="connsiteX0" fmla="*/ 1602021 w 6096000"/>
              <a:gd name="connsiteY0" fmla="*/ 0 h 6864485"/>
              <a:gd name="connsiteX1" fmla="*/ 6096000 w 6096000"/>
              <a:gd name="connsiteY1" fmla="*/ 0 h 6864485"/>
              <a:gd name="connsiteX2" fmla="*/ 2014112 w 6096000"/>
              <a:gd name="connsiteY2" fmla="*/ 6857657 h 6864485"/>
              <a:gd name="connsiteX3" fmla="*/ 2033403 w 6096000"/>
              <a:gd name="connsiteY3" fmla="*/ 6864485 h 6864485"/>
              <a:gd name="connsiteX4" fmla="*/ 0 w 6096000"/>
              <a:gd name="connsiteY4" fmla="*/ 6858000 h 6864485"/>
              <a:gd name="connsiteX5" fmla="*/ 0 w 6096000"/>
              <a:gd name="connsiteY5" fmla="*/ 0 h 6864485"/>
              <a:gd name="connsiteX6" fmla="*/ 1602021 w 6096000"/>
              <a:gd name="connsiteY6" fmla="*/ 0 h 6864485"/>
              <a:gd name="connsiteX0" fmla="*/ 1602021 w 6096000"/>
              <a:gd name="connsiteY0" fmla="*/ 0 h 6864485"/>
              <a:gd name="connsiteX1" fmla="*/ 6096000 w 6096000"/>
              <a:gd name="connsiteY1" fmla="*/ 0 h 6864485"/>
              <a:gd name="connsiteX2" fmla="*/ 2014112 w 6096000"/>
              <a:gd name="connsiteY2" fmla="*/ 6857657 h 6864485"/>
              <a:gd name="connsiteX3" fmla="*/ 2002538 w 6096000"/>
              <a:gd name="connsiteY3" fmla="*/ 6864485 h 6864485"/>
              <a:gd name="connsiteX4" fmla="*/ 0 w 6096000"/>
              <a:gd name="connsiteY4" fmla="*/ 6858000 h 6864485"/>
              <a:gd name="connsiteX5" fmla="*/ 0 w 6096000"/>
              <a:gd name="connsiteY5" fmla="*/ 0 h 6864485"/>
              <a:gd name="connsiteX6" fmla="*/ 1602021 w 6096000"/>
              <a:gd name="connsiteY6" fmla="*/ 0 h 6864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64485">
                <a:moveTo>
                  <a:pt x="1602021" y="0"/>
                </a:moveTo>
                <a:lnTo>
                  <a:pt x="6096000" y="0"/>
                </a:lnTo>
                <a:lnTo>
                  <a:pt x="2014112" y="6857657"/>
                </a:lnTo>
                <a:lnTo>
                  <a:pt x="2002538" y="6864485"/>
                </a:lnTo>
                <a:lnTo>
                  <a:pt x="0" y="6858000"/>
                </a:lnTo>
                <a:lnTo>
                  <a:pt x="0" y="0"/>
                </a:lnTo>
                <a:lnTo>
                  <a:pt x="1602021" y="0"/>
                </a:lnTo>
                <a:close/>
              </a:path>
            </a:pathLst>
          </a:custGeom>
          <a:solidFill>
            <a:schemeClr val="accent1"/>
          </a:solidFill>
        </p:spPr>
        <p:txBody>
          <a:bodyPr wrap="square">
            <a:noAutofit/>
          </a:bodyPr>
          <a:lstStyle/>
          <a:p>
            <a:r>
              <a:rPr lang="en-US"/>
              <a:t>Click icon to add picture</a:t>
            </a:r>
            <a:endParaRPr lang="en-US" dirty="0"/>
          </a:p>
        </p:txBody>
      </p:sp>
      <p:sp>
        <p:nvSpPr>
          <p:cNvPr id="16" name="Title 1">
            <a:extLst>
              <a:ext uri="{FF2B5EF4-FFF2-40B4-BE49-F238E27FC236}">
                <a16:creationId xmlns:a16="http://schemas.microsoft.com/office/drawing/2014/main" id="{810C3D4C-012F-184D-B7D5-E89B7B9A726E}"/>
              </a:ext>
            </a:extLst>
          </p:cNvPr>
          <p:cNvSpPr>
            <a:spLocks noGrp="1"/>
          </p:cNvSpPr>
          <p:nvPr>
            <p:ph type="title" hasCustomPrompt="1"/>
          </p:nvPr>
        </p:nvSpPr>
        <p:spPr>
          <a:xfrm>
            <a:off x="4506410" y="2679259"/>
            <a:ext cx="2988860" cy="1395208"/>
          </a:xfrm>
        </p:spPr>
        <p:txBody>
          <a:bodyPr lIns="0" anchor="ctr">
            <a:normAutofit/>
          </a:bodyPr>
          <a:lstStyle>
            <a:lvl1pPr algn="ctr">
              <a:defRPr sz="3600">
                <a:solidFill>
                  <a:schemeClr val="bg1"/>
                </a:solidFill>
              </a:defRPr>
            </a:lvl1pPr>
          </a:lstStyle>
          <a:p>
            <a:r>
              <a:rPr lang="en-US" dirty="0"/>
              <a:t>TITLE GOES HERE</a:t>
            </a:r>
          </a:p>
        </p:txBody>
      </p:sp>
      <p:sp>
        <p:nvSpPr>
          <p:cNvPr id="17" name="Text Placeholder 11">
            <a:extLst>
              <a:ext uri="{FF2B5EF4-FFF2-40B4-BE49-F238E27FC236}">
                <a16:creationId xmlns:a16="http://schemas.microsoft.com/office/drawing/2014/main" id="{D16862ED-2F5E-FE49-AB49-49CEC0EA332A}"/>
              </a:ext>
            </a:extLst>
          </p:cNvPr>
          <p:cNvSpPr>
            <a:spLocks noGrp="1"/>
          </p:cNvSpPr>
          <p:nvPr>
            <p:ph type="body" sz="quarter" idx="14" hasCustomPrompt="1"/>
          </p:nvPr>
        </p:nvSpPr>
        <p:spPr>
          <a:xfrm>
            <a:off x="8218426" y="793580"/>
            <a:ext cx="3304279" cy="5270839"/>
          </a:xfrm>
        </p:spPr>
        <p:txBody>
          <a:bodyPr lIns="0" anchor="ctr">
            <a:normAutofit/>
          </a:bodyPr>
          <a:lstStyle>
            <a:lvl1pPr marL="285750" indent="-285750">
              <a:lnSpc>
                <a:spcPct val="100000"/>
              </a:lnSpc>
              <a:spcBef>
                <a:spcPts val="0"/>
              </a:spcBef>
              <a:spcAft>
                <a:spcPts val="1500"/>
              </a:spcAft>
              <a:buClr>
                <a:schemeClr val="accent1"/>
              </a:buClr>
              <a:buFont typeface="Arial" panose="020B0604020202020204" pitchFamily="34" charset="0"/>
              <a:buChar char="•"/>
              <a:defRPr sz="1600" spc="0">
                <a:solidFill>
                  <a:schemeClr val="bg1"/>
                </a:solidFill>
              </a:defRPr>
            </a:lvl1pPr>
            <a:lvl2pPr>
              <a:lnSpc>
                <a:spcPct val="150000"/>
              </a:lnSpc>
              <a:defRPr sz="1200" spc="0">
                <a:solidFill>
                  <a:schemeClr val="tx2"/>
                </a:solidFill>
              </a:defRPr>
            </a:lvl2pPr>
            <a:lvl3pPr>
              <a:lnSpc>
                <a:spcPct val="150000"/>
              </a:lnSpc>
              <a:defRPr sz="1200" spc="0">
                <a:solidFill>
                  <a:schemeClr val="tx2"/>
                </a:solidFill>
              </a:defRPr>
            </a:lvl3pPr>
            <a:lvl4pPr>
              <a:lnSpc>
                <a:spcPct val="150000"/>
              </a:lnSpc>
              <a:defRPr sz="1200" spc="0">
                <a:solidFill>
                  <a:schemeClr val="tx2"/>
                </a:solidFill>
              </a:defRPr>
            </a:lvl4pPr>
            <a:lvl5pPr>
              <a:lnSpc>
                <a:spcPct val="150000"/>
              </a:lnSpc>
              <a:defRPr sz="1200" spc="0">
                <a:solidFill>
                  <a:schemeClr val="tx2"/>
                </a:solidFill>
              </a:defRPr>
            </a:lvl5pPr>
          </a:lstStyle>
          <a:p>
            <a:pPr lvl="0"/>
            <a:r>
              <a:rPr lang="en-US" dirty="0"/>
              <a:t>Text goes here</a:t>
            </a:r>
          </a:p>
        </p:txBody>
      </p:sp>
    </p:spTree>
    <p:extLst>
      <p:ext uri="{BB962C8B-B14F-4D97-AF65-F5344CB8AC3E}">
        <p14:creationId xmlns:p14="http://schemas.microsoft.com/office/powerpoint/2010/main" val="4159825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Content with Imag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9/9/2020</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5" name="Rectangle 4">
            <a:extLst>
              <a:ext uri="{FF2B5EF4-FFF2-40B4-BE49-F238E27FC236}">
                <a16:creationId xmlns:a16="http://schemas.microsoft.com/office/drawing/2014/main" id="{E872A5F6-5449-2840-B48F-2AA85FE272A3}"/>
              </a:ext>
            </a:extLst>
          </p:cNvPr>
          <p:cNvSpPr/>
          <p:nvPr userDrawn="1"/>
        </p:nvSpPr>
        <p:spPr>
          <a:xfrm>
            <a:off x="0" y="0"/>
            <a:ext cx="3502598"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riangle 5">
            <a:extLst>
              <a:ext uri="{FF2B5EF4-FFF2-40B4-BE49-F238E27FC236}">
                <a16:creationId xmlns:a16="http://schemas.microsoft.com/office/drawing/2014/main" id="{2B3A8339-6DA4-E549-AEA2-9512C53F064F}"/>
              </a:ext>
            </a:extLst>
          </p:cNvPr>
          <p:cNvSpPr/>
          <p:nvPr userDrawn="1"/>
        </p:nvSpPr>
        <p:spPr>
          <a:xfrm>
            <a:off x="3591475" y="5273069"/>
            <a:ext cx="1486666" cy="1486666"/>
          </a:xfrm>
          <a:prstGeom prst="triangle">
            <a:avLst/>
          </a:prstGeom>
          <a:pattFill prst="lgGrid">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riangle 6">
            <a:extLst>
              <a:ext uri="{FF2B5EF4-FFF2-40B4-BE49-F238E27FC236}">
                <a16:creationId xmlns:a16="http://schemas.microsoft.com/office/drawing/2014/main" id="{752EA775-82B0-BA48-8CA2-7A09D72EC958}"/>
              </a:ext>
            </a:extLst>
          </p:cNvPr>
          <p:cNvSpPr/>
          <p:nvPr userDrawn="1"/>
        </p:nvSpPr>
        <p:spPr>
          <a:xfrm>
            <a:off x="76559" y="597553"/>
            <a:ext cx="562863" cy="562863"/>
          </a:xfrm>
          <a:prstGeom prst="triangle">
            <a:avLst/>
          </a:prstGeom>
          <a:pattFill prst="ltVert">
            <a:fgClr>
              <a:schemeClr val="accent1"/>
            </a:fgClr>
            <a:bgClr>
              <a:schemeClr val="tx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riangle 7">
            <a:extLst>
              <a:ext uri="{FF2B5EF4-FFF2-40B4-BE49-F238E27FC236}">
                <a16:creationId xmlns:a16="http://schemas.microsoft.com/office/drawing/2014/main" id="{2C6B50B5-10C1-4A40-9531-4F8DC16892F8}"/>
              </a:ext>
            </a:extLst>
          </p:cNvPr>
          <p:cNvSpPr/>
          <p:nvPr userDrawn="1"/>
        </p:nvSpPr>
        <p:spPr>
          <a:xfrm>
            <a:off x="357990" y="3814571"/>
            <a:ext cx="2960808" cy="2960808"/>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25">
            <a:extLst>
              <a:ext uri="{FF2B5EF4-FFF2-40B4-BE49-F238E27FC236}">
                <a16:creationId xmlns:a16="http://schemas.microsoft.com/office/drawing/2014/main" id="{CAF18EC0-3F9F-6449-A2B2-A792B70BEA6E}"/>
              </a:ext>
            </a:extLst>
          </p:cNvPr>
          <p:cNvSpPr>
            <a:spLocks noGrp="1"/>
          </p:cNvSpPr>
          <p:nvPr>
            <p:ph type="pic" sz="quarter" idx="13"/>
          </p:nvPr>
        </p:nvSpPr>
        <p:spPr>
          <a:xfrm flipH="1">
            <a:off x="444819" y="597553"/>
            <a:ext cx="6063915" cy="6063915"/>
          </a:xfrm>
          <a:custGeom>
            <a:avLst/>
            <a:gdLst>
              <a:gd name="connsiteX0" fmla="*/ 0 w 6063915"/>
              <a:gd name="connsiteY0" fmla="*/ 0 h 6063915"/>
              <a:gd name="connsiteX1" fmla="*/ 6063915 w 6063915"/>
              <a:gd name="connsiteY1" fmla="*/ 0 h 6063915"/>
              <a:gd name="connsiteX2" fmla="*/ 3031957 w 6063915"/>
              <a:gd name="connsiteY2" fmla="*/ 6063915 h 6063915"/>
            </a:gdLst>
            <a:ahLst/>
            <a:cxnLst>
              <a:cxn ang="0">
                <a:pos x="connsiteX0" y="connsiteY0"/>
              </a:cxn>
              <a:cxn ang="0">
                <a:pos x="connsiteX1" y="connsiteY1"/>
              </a:cxn>
              <a:cxn ang="0">
                <a:pos x="connsiteX2" y="connsiteY2"/>
              </a:cxn>
            </a:cxnLst>
            <a:rect l="l" t="t" r="r" b="b"/>
            <a:pathLst>
              <a:path w="6063915" h="6063915">
                <a:moveTo>
                  <a:pt x="0" y="0"/>
                </a:moveTo>
                <a:lnTo>
                  <a:pt x="6063915" y="0"/>
                </a:lnTo>
                <a:lnTo>
                  <a:pt x="3031957" y="6063915"/>
                </a:lnTo>
                <a:close/>
              </a:path>
            </a:pathLst>
          </a:custGeom>
          <a:solidFill>
            <a:schemeClr val="accent1"/>
          </a:solidFill>
        </p:spPr>
        <p:txBody>
          <a:bodyPr wrap="square">
            <a:noAutofit/>
          </a:bodyPr>
          <a:lstStyle/>
          <a:p>
            <a:r>
              <a:rPr lang="en-US"/>
              <a:t>Click icon to add picture</a:t>
            </a:r>
            <a:endParaRPr lang="en-US" dirty="0"/>
          </a:p>
        </p:txBody>
      </p:sp>
      <p:sp>
        <p:nvSpPr>
          <p:cNvPr id="28" name="Title 1">
            <a:extLst>
              <a:ext uri="{FF2B5EF4-FFF2-40B4-BE49-F238E27FC236}">
                <a16:creationId xmlns:a16="http://schemas.microsoft.com/office/drawing/2014/main" id="{68357860-E91C-1745-A5D1-921689BF47AE}"/>
              </a:ext>
            </a:extLst>
          </p:cNvPr>
          <p:cNvSpPr>
            <a:spLocks noGrp="1"/>
          </p:cNvSpPr>
          <p:nvPr>
            <p:ph type="title" hasCustomPrompt="1"/>
          </p:nvPr>
        </p:nvSpPr>
        <p:spPr>
          <a:xfrm>
            <a:off x="6876994" y="1535397"/>
            <a:ext cx="4845068" cy="1858617"/>
          </a:xfrm>
        </p:spPr>
        <p:txBody>
          <a:bodyPr anchor="b">
            <a:normAutofit/>
          </a:bodyPr>
          <a:lstStyle>
            <a:lvl1pPr algn="l">
              <a:defRPr sz="4800" i="0">
                <a:solidFill>
                  <a:schemeClr val="tx1">
                    <a:lumMod val="85000"/>
                    <a:lumOff val="15000"/>
                  </a:schemeClr>
                </a:solidFill>
                <a:latin typeface="+mj-lt"/>
              </a:defRPr>
            </a:lvl1pPr>
          </a:lstStyle>
          <a:p>
            <a:r>
              <a:rPr lang="en-US" dirty="0"/>
              <a:t>Title Goes Here</a:t>
            </a:r>
          </a:p>
        </p:txBody>
      </p:sp>
      <p:sp>
        <p:nvSpPr>
          <p:cNvPr id="29" name="Content Placeholder 2">
            <a:extLst>
              <a:ext uri="{FF2B5EF4-FFF2-40B4-BE49-F238E27FC236}">
                <a16:creationId xmlns:a16="http://schemas.microsoft.com/office/drawing/2014/main" id="{094A3FA1-7F3F-2D41-ABE1-512FA9FC4843}"/>
              </a:ext>
            </a:extLst>
          </p:cNvPr>
          <p:cNvSpPr>
            <a:spLocks noGrp="1"/>
          </p:cNvSpPr>
          <p:nvPr>
            <p:ph idx="1"/>
          </p:nvPr>
        </p:nvSpPr>
        <p:spPr>
          <a:xfrm>
            <a:off x="6876996" y="3401899"/>
            <a:ext cx="4845066" cy="2107095"/>
          </a:xfrm>
        </p:spPr>
        <p:txBody>
          <a:bodyPr/>
          <a:lstStyle>
            <a:lvl1pPr marL="182880" indent="-182880" algn="l">
              <a:buClr>
                <a:srgbClr val="C5AE76"/>
              </a:buClr>
              <a:buFont typeface="Arial" panose="020B0604020202020204" pitchFamily="34" charset="0"/>
              <a:buChar char="•"/>
              <a:defRPr>
                <a:latin typeface="+mj-lt"/>
              </a:defRPr>
            </a:lvl1pPr>
            <a:lvl2pPr marL="384048" indent="-182880" algn="l">
              <a:buClr>
                <a:srgbClr val="C5AE76"/>
              </a:buClr>
              <a:buFont typeface="Arial" panose="020B0604020202020204" pitchFamily="34" charset="0"/>
              <a:buChar char="•"/>
              <a:defRPr>
                <a:latin typeface="+mj-lt"/>
              </a:defRPr>
            </a:lvl2pPr>
            <a:lvl3pPr marL="566928" indent="-182880" algn="l">
              <a:buClr>
                <a:srgbClr val="C5AE76"/>
              </a:buClr>
              <a:buFont typeface="Arial" panose="020B0604020202020204" pitchFamily="34" charset="0"/>
              <a:buChar char="•"/>
              <a:defRPr>
                <a:latin typeface="+mj-lt"/>
              </a:defRPr>
            </a:lvl3pPr>
            <a:lvl4pPr marL="749808" indent="-182880" algn="l">
              <a:buClr>
                <a:srgbClr val="C5AE76"/>
              </a:buClr>
              <a:buFont typeface="Arial" panose="020B0604020202020204" pitchFamily="34" charset="0"/>
              <a:buChar char="•"/>
              <a:defRPr>
                <a:latin typeface="+mj-lt"/>
              </a:defRPr>
            </a:lvl4pPr>
            <a:lvl5pPr marL="932688" indent="-182880" algn="l">
              <a:buClr>
                <a:srgbClr val="C5AE76"/>
              </a:buClr>
              <a:buFont typeface="Arial" panose="020B0604020202020204" pitchFamily="34" charset="0"/>
              <a:buChar cha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97985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Narrow Title and Content with Imag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9/9/2020</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5" name="Rectangle 3">
            <a:extLst>
              <a:ext uri="{FF2B5EF4-FFF2-40B4-BE49-F238E27FC236}">
                <a16:creationId xmlns:a16="http://schemas.microsoft.com/office/drawing/2014/main" id="{B4D4881A-F72E-2D4F-BC41-5D2839D87000}"/>
              </a:ext>
            </a:extLst>
          </p:cNvPr>
          <p:cNvSpPr/>
          <p:nvPr userDrawn="1"/>
        </p:nvSpPr>
        <p:spPr>
          <a:xfrm>
            <a:off x="4997302" y="0"/>
            <a:ext cx="7194698" cy="6879265"/>
          </a:xfrm>
          <a:custGeom>
            <a:avLst/>
            <a:gdLst>
              <a:gd name="connsiteX0" fmla="*/ 0 w 5004391"/>
              <a:gd name="connsiteY0" fmla="*/ 0 h 6858000"/>
              <a:gd name="connsiteX1" fmla="*/ 5004391 w 5004391"/>
              <a:gd name="connsiteY1" fmla="*/ 0 h 6858000"/>
              <a:gd name="connsiteX2" fmla="*/ 5004391 w 5004391"/>
              <a:gd name="connsiteY2" fmla="*/ 6858000 h 6858000"/>
              <a:gd name="connsiteX3" fmla="*/ 0 w 5004391"/>
              <a:gd name="connsiteY3" fmla="*/ 6858000 h 6858000"/>
              <a:gd name="connsiteX4" fmla="*/ 0 w 5004391"/>
              <a:gd name="connsiteY4" fmla="*/ 0 h 6858000"/>
              <a:gd name="connsiteX0" fmla="*/ 1424763 w 5004391"/>
              <a:gd name="connsiteY0" fmla="*/ 0 h 6858000"/>
              <a:gd name="connsiteX1" fmla="*/ 5004391 w 5004391"/>
              <a:gd name="connsiteY1" fmla="*/ 0 h 6858000"/>
              <a:gd name="connsiteX2" fmla="*/ 5004391 w 5004391"/>
              <a:gd name="connsiteY2" fmla="*/ 6858000 h 6858000"/>
              <a:gd name="connsiteX3" fmla="*/ 0 w 5004391"/>
              <a:gd name="connsiteY3" fmla="*/ 6858000 h 6858000"/>
              <a:gd name="connsiteX4" fmla="*/ 1424763 w 5004391"/>
              <a:gd name="connsiteY4" fmla="*/ 0 h 6858000"/>
              <a:gd name="connsiteX0" fmla="*/ 1275907 w 5004391"/>
              <a:gd name="connsiteY0" fmla="*/ 21265 h 6858000"/>
              <a:gd name="connsiteX1" fmla="*/ 5004391 w 5004391"/>
              <a:gd name="connsiteY1" fmla="*/ 0 h 6858000"/>
              <a:gd name="connsiteX2" fmla="*/ 5004391 w 5004391"/>
              <a:gd name="connsiteY2" fmla="*/ 6858000 h 6858000"/>
              <a:gd name="connsiteX3" fmla="*/ 0 w 5004391"/>
              <a:gd name="connsiteY3" fmla="*/ 6858000 h 6858000"/>
              <a:gd name="connsiteX4" fmla="*/ 1275907 w 5004391"/>
              <a:gd name="connsiteY4" fmla="*/ 21265 h 6858000"/>
              <a:gd name="connsiteX0" fmla="*/ 3466214 w 7194698"/>
              <a:gd name="connsiteY0" fmla="*/ 21265 h 6879265"/>
              <a:gd name="connsiteX1" fmla="*/ 7194698 w 7194698"/>
              <a:gd name="connsiteY1" fmla="*/ 0 h 6879265"/>
              <a:gd name="connsiteX2" fmla="*/ 7194698 w 7194698"/>
              <a:gd name="connsiteY2" fmla="*/ 6858000 h 6879265"/>
              <a:gd name="connsiteX3" fmla="*/ 0 w 7194698"/>
              <a:gd name="connsiteY3" fmla="*/ 6879265 h 6879265"/>
              <a:gd name="connsiteX4" fmla="*/ 3466214 w 7194698"/>
              <a:gd name="connsiteY4" fmla="*/ 21265 h 68792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4698" h="6879265">
                <a:moveTo>
                  <a:pt x="3466214" y="21265"/>
                </a:moveTo>
                <a:lnTo>
                  <a:pt x="7194698" y="0"/>
                </a:lnTo>
                <a:lnTo>
                  <a:pt x="7194698" y="6858000"/>
                </a:lnTo>
                <a:lnTo>
                  <a:pt x="0" y="6879265"/>
                </a:lnTo>
                <a:lnTo>
                  <a:pt x="3466214" y="2126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riangle 5">
            <a:extLst>
              <a:ext uri="{FF2B5EF4-FFF2-40B4-BE49-F238E27FC236}">
                <a16:creationId xmlns:a16="http://schemas.microsoft.com/office/drawing/2014/main" id="{214CA4B6-21BC-234A-9FAD-E362D7F194C4}"/>
              </a:ext>
            </a:extLst>
          </p:cNvPr>
          <p:cNvSpPr/>
          <p:nvPr userDrawn="1"/>
        </p:nvSpPr>
        <p:spPr>
          <a:xfrm>
            <a:off x="2571311" y="3814571"/>
            <a:ext cx="2960808" cy="2960808"/>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riangle 6">
            <a:extLst>
              <a:ext uri="{FF2B5EF4-FFF2-40B4-BE49-F238E27FC236}">
                <a16:creationId xmlns:a16="http://schemas.microsoft.com/office/drawing/2014/main" id="{815F04B4-E3C0-0845-8DEC-98C63E21B466}"/>
              </a:ext>
            </a:extLst>
          </p:cNvPr>
          <p:cNvSpPr/>
          <p:nvPr userDrawn="1"/>
        </p:nvSpPr>
        <p:spPr>
          <a:xfrm rot="10800000">
            <a:off x="2277396" y="3814571"/>
            <a:ext cx="1360968" cy="1360968"/>
          </a:xfrm>
          <a:prstGeom prst="triangle">
            <a:avLst/>
          </a:prstGeom>
          <a:pattFill prst="dkHorz">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7">
            <a:extLst>
              <a:ext uri="{FF2B5EF4-FFF2-40B4-BE49-F238E27FC236}">
                <a16:creationId xmlns:a16="http://schemas.microsoft.com/office/drawing/2014/main" id="{6850A90A-EBB3-314C-9D98-A4220E2739EA}"/>
              </a:ext>
            </a:extLst>
          </p:cNvPr>
          <p:cNvSpPr>
            <a:spLocks noGrp="1"/>
          </p:cNvSpPr>
          <p:nvPr>
            <p:ph type="pic" sz="quarter" idx="13"/>
          </p:nvPr>
        </p:nvSpPr>
        <p:spPr>
          <a:xfrm flipH="1">
            <a:off x="2569281" y="330912"/>
            <a:ext cx="6217440" cy="6217440"/>
          </a:xfrm>
          <a:custGeom>
            <a:avLst/>
            <a:gdLst>
              <a:gd name="connsiteX0" fmla="*/ 0 w 6063915"/>
              <a:gd name="connsiteY0" fmla="*/ 0 h 6063915"/>
              <a:gd name="connsiteX1" fmla="*/ 6063915 w 6063915"/>
              <a:gd name="connsiteY1" fmla="*/ 0 h 6063915"/>
              <a:gd name="connsiteX2" fmla="*/ 3031957 w 6063915"/>
              <a:gd name="connsiteY2" fmla="*/ 6063915 h 6063915"/>
            </a:gdLst>
            <a:ahLst/>
            <a:cxnLst>
              <a:cxn ang="0">
                <a:pos x="connsiteX0" y="connsiteY0"/>
              </a:cxn>
              <a:cxn ang="0">
                <a:pos x="connsiteX1" y="connsiteY1"/>
              </a:cxn>
              <a:cxn ang="0">
                <a:pos x="connsiteX2" y="connsiteY2"/>
              </a:cxn>
            </a:cxnLst>
            <a:rect l="l" t="t" r="r" b="b"/>
            <a:pathLst>
              <a:path w="6063915" h="6063915">
                <a:moveTo>
                  <a:pt x="0" y="0"/>
                </a:moveTo>
                <a:lnTo>
                  <a:pt x="6063915" y="0"/>
                </a:lnTo>
                <a:lnTo>
                  <a:pt x="3031957" y="6063915"/>
                </a:lnTo>
                <a:close/>
              </a:path>
            </a:pathLst>
          </a:custGeom>
          <a:solidFill>
            <a:schemeClr val="accent1"/>
          </a:solidFill>
        </p:spPr>
        <p:txBody>
          <a:bodyPr wrap="square">
            <a:noAutofit/>
          </a:bodyPr>
          <a:lstStyle/>
          <a:p>
            <a:r>
              <a:rPr lang="en-US"/>
              <a:t>Click icon to add picture</a:t>
            </a:r>
            <a:endParaRPr lang="en-US" dirty="0"/>
          </a:p>
        </p:txBody>
      </p:sp>
      <p:sp>
        <p:nvSpPr>
          <p:cNvPr id="9" name="Title 1">
            <a:extLst>
              <a:ext uri="{FF2B5EF4-FFF2-40B4-BE49-F238E27FC236}">
                <a16:creationId xmlns:a16="http://schemas.microsoft.com/office/drawing/2014/main" id="{D3001923-8460-C64B-A54B-3221B8A6B8C3}"/>
              </a:ext>
            </a:extLst>
          </p:cNvPr>
          <p:cNvSpPr>
            <a:spLocks noGrp="1"/>
          </p:cNvSpPr>
          <p:nvPr>
            <p:ph type="title" hasCustomPrompt="1"/>
          </p:nvPr>
        </p:nvSpPr>
        <p:spPr>
          <a:xfrm>
            <a:off x="7958108" y="1957888"/>
            <a:ext cx="3815484" cy="1858617"/>
          </a:xfrm>
        </p:spPr>
        <p:txBody>
          <a:bodyPr anchor="b">
            <a:normAutofit/>
          </a:bodyPr>
          <a:lstStyle>
            <a:lvl1pPr algn="ctr">
              <a:defRPr sz="4800" i="0">
                <a:solidFill>
                  <a:schemeClr val="bg1"/>
                </a:solidFill>
                <a:latin typeface="+mj-lt"/>
              </a:defRPr>
            </a:lvl1pPr>
          </a:lstStyle>
          <a:p>
            <a:r>
              <a:rPr lang="en-US" dirty="0"/>
              <a:t>Title Goes Here</a:t>
            </a:r>
          </a:p>
        </p:txBody>
      </p:sp>
      <p:sp>
        <p:nvSpPr>
          <p:cNvPr id="10" name="Content Placeholder 2">
            <a:extLst>
              <a:ext uri="{FF2B5EF4-FFF2-40B4-BE49-F238E27FC236}">
                <a16:creationId xmlns:a16="http://schemas.microsoft.com/office/drawing/2014/main" id="{9E64A275-2629-244A-A66F-FC140850C6DA}"/>
              </a:ext>
            </a:extLst>
          </p:cNvPr>
          <p:cNvSpPr>
            <a:spLocks noGrp="1"/>
          </p:cNvSpPr>
          <p:nvPr>
            <p:ph idx="1"/>
          </p:nvPr>
        </p:nvSpPr>
        <p:spPr>
          <a:xfrm>
            <a:off x="7958110" y="3824390"/>
            <a:ext cx="3815482" cy="2107095"/>
          </a:xfrm>
        </p:spPr>
        <p:txBody>
          <a:bodyPr/>
          <a:lstStyle>
            <a:lvl1pPr marL="182880" indent="-182880" algn="ctr">
              <a:buClr>
                <a:srgbClr val="C5AE76"/>
              </a:buClr>
              <a:buFont typeface="Arial" panose="020B0604020202020204" pitchFamily="34" charset="0"/>
              <a:buChar char="•"/>
              <a:defRPr>
                <a:solidFill>
                  <a:schemeClr val="bg1"/>
                </a:solidFill>
                <a:latin typeface="+mj-lt"/>
              </a:defRPr>
            </a:lvl1pPr>
            <a:lvl2pPr marL="384048" indent="-182880" algn="ctr">
              <a:buClr>
                <a:srgbClr val="C5AE76"/>
              </a:buClr>
              <a:buFont typeface="Arial" panose="020B0604020202020204" pitchFamily="34" charset="0"/>
              <a:buChar char="•"/>
              <a:defRPr>
                <a:solidFill>
                  <a:schemeClr val="bg1"/>
                </a:solidFill>
                <a:latin typeface="+mj-lt"/>
              </a:defRPr>
            </a:lvl2pPr>
            <a:lvl3pPr marL="566928" indent="-182880" algn="ctr">
              <a:buClr>
                <a:srgbClr val="C5AE76"/>
              </a:buClr>
              <a:buFont typeface="Arial" panose="020B0604020202020204" pitchFamily="34" charset="0"/>
              <a:buChar char="•"/>
              <a:defRPr>
                <a:solidFill>
                  <a:schemeClr val="bg1"/>
                </a:solidFill>
                <a:latin typeface="+mj-lt"/>
              </a:defRPr>
            </a:lvl3pPr>
            <a:lvl4pPr marL="749808" indent="-182880" algn="ctr">
              <a:buClr>
                <a:srgbClr val="C5AE76"/>
              </a:buClr>
              <a:buFont typeface="Arial" panose="020B0604020202020204" pitchFamily="34" charset="0"/>
              <a:buChar char="•"/>
              <a:defRPr>
                <a:solidFill>
                  <a:schemeClr val="bg1"/>
                </a:solidFill>
                <a:latin typeface="+mj-lt"/>
              </a:defRPr>
            </a:lvl4pPr>
            <a:lvl5pPr marL="932688" indent="-182880" algn="ctr">
              <a:buClr>
                <a:srgbClr val="C5AE76"/>
              </a:buClr>
              <a:buFont typeface="Arial" panose="020B0604020202020204" pitchFamily="34" charset="0"/>
              <a:buChar char="•"/>
              <a:defRPr>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riangle 11">
            <a:extLst>
              <a:ext uri="{FF2B5EF4-FFF2-40B4-BE49-F238E27FC236}">
                <a16:creationId xmlns:a16="http://schemas.microsoft.com/office/drawing/2014/main" id="{520102B5-5695-C743-B30E-C92897B48D89}"/>
              </a:ext>
            </a:extLst>
          </p:cNvPr>
          <p:cNvSpPr/>
          <p:nvPr userDrawn="1"/>
        </p:nvSpPr>
        <p:spPr>
          <a:xfrm rot="16200000">
            <a:off x="11604063" y="3162897"/>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642201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with Narrow Content with Imag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9/9/2020</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5" name="Rectangle 4">
            <a:extLst>
              <a:ext uri="{FF2B5EF4-FFF2-40B4-BE49-F238E27FC236}">
                <a16:creationId xmlns:a16="http://schemas.microsoft.com/office/drawing/2014/main" id="{BB0D84E6-6DEA-1D4E-92C3-A360785A027B}"/>
              </a:ext>
            </a:extLst>
          </p:cNvPr>
          <p:cNvSpPr/>
          <p:nvPr userDrawn="1"/>
        </p:nvSpPr>
        <p:spPr>
          <a:xfrm>
            <a:off x="0" y="1730829"/>
            <a:ext cx="8229600" cy="34779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riangle 5">
            <a:extLst>
              <a:ext uri="{FF2B5EF4-FFF2-40B4-BE49-F238E27FC236}">
                <a16:creationId xmlns:a16="http://schemas.microsoft.com/office/drawing/2014/main" id="{C28500E9-800B-C94A-B6F9-F73D37B2D301}"/>
              </a:ext>
            </a:extLst>
          </p:cNvPr>
          <p:cNvSpPr/>
          <p:nvPr userDrawn="1"/>
        </p:nvSpPr>
        <p:spPr>
          <a:xfrm rot="10800000">
            <a:off x="8749091" y="0"/>
            <a:ext cx="3442907" cy="3112470"/>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riangle 6">
            <a:extLst>
              <a:ext uri="{FF2B5EF4-FFF2-40B4-BE49-F238E27FC236}">
                <a16:creationId xmlns:a16="http://schemas.microsoft.com/office/drawing/2014/main" id="{1EAD70A4-7AF0-7E4D-ABBC-34DD61D7B01E}"/>
              </a:ext>
            </a:extLst>
          </p:cNvPr>
          <p:cNvSpPr/>
          <p:nvPr userDrawn="1"/>
        </p:nvSpPr>
        <p:spPr>
          <a:xfrm rot="10800000">
            <a:off x="3727215" y="5551712"/>
            <a:ext cx="1424687" cy="1306288"/>
          </a:xfrm>
          <a:prstGeom prst="triangle">
            <a:avLst/>
          </a:prstGeom>
          <a:pattFill prst="lgGrid">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9">
            <a:extLst>
              <a:ext uri="{FF2B5EF4-FFF2-40B4-BE49-F238E27FC236}">
                <a16:creationId xmlns:a16="http://schemas.microsoft.com/office/drawing/2014/main" id="{14C43A8B-650C-3B4B-9F8C-592CE9F269FB}"/>
              </a:ext>
            </a:extLst>
          </p:cNvPr>
          <p:cNvSpPr>
            <a:spLocks noGrp="1"/>
          </p:cNvSpPr>
          <p:nvPr>
            <p:ph type="title"/>
          </p:nvPr>
        </p:nvSpPr>
        <p:spPr>
          <a:xfrm>
            <a:off x="868625" y="2464270"/>
            <a:ext cx="5227376" cy="727700"/>
          </a:xfrm>
        </p:spPr>
        <p:txBody>
          <a:bodyPr anchor="t"/>
          <a:lstStyle>
            <a:lvl1pPr>
              <a:defRPr>
                <a:solidFill>
                  <a:schemeClr val="bg1"/>
                </a:solidFill>
              </a:defRPr>
            </a:lvl1pPr>
          </a:lstStyle>
          <a:p>
            <a:r>
              <a:rPr lang="en-US"/>
              <a:t>Click to edit Master title style</a:t>
            </a:r>
            <a:endParaRPr lang="en-US" dirty="0"/>
          </a:p>
        </p:txBody>
      </p:sp>
      <p:sp>
        <p:nvSpPr>
          <p:cNvPr id="9" name="Text Placeholder 2">
            <a:extLst>
              <a:ext uri="{FF2B5EF4-FFF2-40B4-BE49-F238E27FC236}">
                <a16:creationId xmlns:a16="http://schemas.microsoft.com/office/drawing/2014/main" id="{0345C704-9538-984E-8D14-D6AEC9A4C42E}"/>
              </a:ext>
            </a:extLst>
          </p:cNvPr>
          <p:cNvSpPr>
            <a:spLocks noGrp="1"/>
          </p:cNvSpPr>
          <p:nvPr>
            <p:ph type="body" idx="1" hasCustomPrompt="1"/>
          </p:nvPr>
        </p:nvSpPr>
        <p:spPr>
          <a:xfrm>
            <a:off x="868623" y="3265903"/>
            <a:ext cx="5227377" cy="1642386"/>
          </a:xfrm>
        </p:spPr>
        <p:txBody>
          <a:bodyPr lIns="91440" rIns="91440" anchor="t">
            <a:normAutofit/>
          </a:bodyPr>
          <a:lstStyle>
            <a:lvl1pPr marL="0" indent="0">
              <a:buNone/>
              <a:defRPr sz="2000" b="0" cap="none"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Picture Placeholder 11">
            <a:extLst>
              <a:ext uri="{FF2B5EF4-FFF2-40B4-BE49-F238E27FC236}">
                <a16:creationId xmlns:a16="http://schemas.microsoft.com/office/drawing/2014/main" id="{647B5AD0-4AD4-9843-9C08-DEF894490A97}"/>
              </a:ext>
            </a:extLst>
          </p:cNvPr>
          <p:cNvSpPr>
            <a:spLocks noGrp="1"/>
          </p:cNvSpPr>
          <p:nvPr>
            <p:ph type="pic" sz="quarter" idx="13"/>
          </p:nvPr>
        </p:nvSpPr>
        <p:spPr>
          <a:xfrm flipH="1">
            <a:off x="4593262" y="0"/>
            <a:ext cx="7598736" cy="6858000"/>
          </a:xfrm>
          <a:prstGeom prst="triangle">
            <a:avLst/>
          </a:prstGeom>
          <a:solidFill>
            <a:schemeClr val="accent1"/>
          </a:solidFill>
        </p:spPr>
        <p:txBody>
          <a:bodyPr/>
          <a:lstStyle/>
          <a:p>
            <a:r>
              <a:rPr lang="en-US"/>
              <a:t>Click icon to add picture</a:t>
            </a:r>
            <a:endParaRPr lang="en-US" dirty="0"/>
          </a:p>
        </p:txBody>
      </p:sp>
      <p:sp>
        <p:nvSpPr>
          <p:cNvPr id="14" name="Triangle 13">
            <a:extLst>
              <a:ext uri="{FF2B5EF4-FFF2-40B4-BE49-F238E27FC236}">
                <a16:creationId xmlns:a16="http://schemas.microsoft.com/office/drawing/2014/main" id="{8795BE2D-99B1-FE49-84B1-C41E44A8AC0B}"/>
              </a:ext>
            </a:extLst>
          </p:cNvPr>
          <p:cNvSpPr/>
          <p:nvPr userDrawn="1"/>
        </p:nvSpPr>
        <p:spPr>
          <a:xfrm rot="5400000">
            <a:off x="-48606" y="2524533"/>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dirty="0"/>
          </a:p>
        </p:txBody>
      </p:sp>
    </p:spTree>
    <p:extLst>
      <p:ext uri="{BB962C8B-B14F-4D97-AF65-F5344CB8AC3E}">
        <p14:creationId xmlns:p14="http://schemas.microsoft.com/office/powerpoint/2010/main" val="34031557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Quote with Image and Author Name">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34F14FD9-9995-BE48-8C0E-B1454B9F231E}"/>
              </a:ext>
            </a:extLst>
          </p:cNvPr>
          <p:cNvSpPr>
            <a:spLocks noGrp="1"/>
          </p:cNvSpPr>
          <p:nvPr>
            <p:ph type="pic" sz="quarter" idx="13"/>
          </p:nvPr>
        </p:nvSpPr>
        <p:spPr>
          <a:xfrm>
            <a:off x="4576012" y="0"/>
            <a:ext cx="7598735" cy="6858000"/>
          </a:xfrm>
          <a:custGeom>
            <a:avLst/>
            <a:gdLst>
              <a:gd name="connsiteX0" fmla="*/ 0 w 7598735"/>
              <a:gd name="connsiteY0" fmla="*/ 0 h 6858000"/>
              <a:gd name="connsiteX1" fmla="*/ 7598735 w 7598735"/>
              <a:gd name="connsiteY1" fmla="*/ 0 h 6858000"/>
              <a:gd name="connsiteX2" fmla="*/ 7598735 w 7598735"/>
              <a:gd name="connsiteY2" fmla="*/ 6858000 h 6858000"/>
              <a:gd name="connsiteX3" fmla="*/ 0 w 7598735"/>
              <a:gd name="connsiteY3" fmla="*/ 6858000 h 6858000"/>
              <a:gd name="connsiteX4" fmla="*/ 0 w 7598735"/>
              <a:gd name="connsiteY4" fmla="*/ 6378840 h 6858000"/>
              <a:gd name="connsiteX5" fmla="*/ 140333 w 7598735"/>
              <a:gd name="connsiteY5" fmla="*/ 6379536 h 6858000"/>
              <a:gd name="connsiteX6" fmla="*/ 3074919 w 7598735"/>
              <a:gd name="connsiteY6" fmla="*/ 489098 h 6858000"/>
              <a:gd name="connsiteX7" fmla="*/ 0 w 7598735"/>
              <a:gd name="connsiteY7" fmla="*/ 480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8735" h="6858000">
                <a:moveTo>
                  <a:pt x="0" y="0"/>
                </a:moveTo>
                <a:lnTo>
                  <a:pt x="7598735" y="0"/>
                </a:lnTo>
                <a:lnTo>
                  <a:pt x="7598735" y="6858000"/>
                </a:lnTo>
                <a:lnTo>
                  <a:pt x="0" y="6858000"/>
                </a:lnTo>
                <a:lnTo>
                  <a:pt x="0" y="6378840"/>
                </a:lnTo>
                <a:lnTo>
                  <a:pt x="140333" y="6379536"/>
                </a:lnTo>
                <a:lnTo>
                  <a:pt x="3074919" y="489098"/>
                </a:lnTo>
                <a:lnTo>
                  <a:pt x="0" y="480044"/>
                </a:lnTo>
                <a:close/>
              </a:path>
            </a:pathLst>
          </a:custGeom>
          <a:solidFill>
            <a:schemeClr val="accent1"/>
          </a:solidFill>
        </p:spPr>
        <p:txBody>
          <a:bodyPr wrap="square">
            <a:noAutofit/>
          </a:bodyPr>
          <a:lstStyle/>
          <a:p>
            <a:r>
              <a:rPr lang="en-US"/>
              <a:t>Click icon to add picture</a:t>
            </a:r>
            <a:endParaRPr lang="en-US" dirty="0"/>
          </a:p>
        </p:txBody>
      </p:sp>
      <p:sp>
        <p:nvSpPr>
          <p:cNvPr id="15" name="Freeform 14">
            <a:extLst>
              <a:ext uri="{FF2B5EF4-FFF2-40B4-BE49-F238E27FC236}">
                <a16:creationId xmlns:a16="http://schemas.microsoft.com/office/drawing/2014/main" id="{BFAE6FFB-F37C-7040-87B6-654B2F44CE7A}"/>
              </a:ext>
            </a:extLst>
          </p:cNvPr>
          <p:cNvSpPr/>
          <p:nvPr userDrawn="1"/>
        </p:nvSpPr>
        <p:spPr>
          <a:xfrm>
            <a:off x="413825" y="463261"/>
            <a:ext cx="7347125" cy="5911703"/>
          </a:xfrm>
          <a:custGeom>
            <a:avLst/>
            <a:gdLst>
              <a:gd name="connsiteX0" fmla="*/ 125507 w 7347125"/>
              <a:gd name="connsiteY0" fmla="*/ 0 h 5911703"/>
              <a:gd name="connsiteX1" fmla="*/ 7347125 w 7347125"/>
              <a:gd name="connsiteY1" fmla="*/ 21265 h 5911703"/>
              <a:gd name="connsiteX2" fmla="*/ 4412539 w 7347125"/>
              <a:gd name="connsiteY2" fmla="*/ 5911703 h 5911703"/>
              <a:gd name="connsiteX3" fmla="*/ 1007798 w 7347125"/>
              <a:gd name="connsiteY3" fmla="*/ 5894815 h 5911703"/>
              <a:gd name="connsiteX4" fmla="*/ 1007798 w 7347125"/>
              <a:gd name="connsiteY4" fmla="*/ 5901070 h 5911703"/>
              <a:gd name="connsiteX5" fmla="*/ 0 w 7347125"/>
              <a:gd name="connsiteY5" fmla="*/ 5901070 h 5911703"/>
              <a:gd name="connsiteX6" fmla="*/ 0 w 7347125"/>
              <a:gd name="connsiteY6" fmla="*/ 10632 h 5911703"/>
              <a:gd name="connsiteX7" fmla="*/ 125507 w 7347125"/>
              <a:gd name="connsiteY7" fmla="*/ 10632 h 5911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47125" h="5911703">
                <a:moveTo>
                  <a:pt x="125507" y="0"/>
                </a:moveTo>
                <a:lnTo>
                  <a:pt x="7347125" y="21265"/>
                </a:lnTo>
                <a:lnTo>
                  <a:pt x="4412539" y="5911703"/>
                </a:lnTo>
                <a:lnTo>
                  <a:pt x="1007798" y="5894815"/>
                </a:lnTo>
                <a:lnTo>
                  <a:pt x="1007798" y="5901070"/>
                </a:lnTo>
                <a:lnTo>
                  <a:pt x="0" y="5901070"/>
                </a:lnTo>
                <a:lnTo>
                  <a:pt x="0" y="10632"/>
                </a:lnTo>
                <a:lnTo>
                  <a:pt x="125507" y="1063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9/9/2020</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12" name="Title 1">
            <a:extLst>
              <a:ext uri="{FF2B5EF4-FFF2-40B4-BE49-F238E27FC236}">
                <a16:creationId xmlns:a16="http://schemas.microsoft.com/office/drawing/2014/main" id="{48AB73D1-1AA1-4E44-A7DA-8C00D8E109E3}"/>
              </a:ext>
            </a:extLst>
          </p:cNvPr>
          <p:cNvSpPr>
            <a:spLocks noGrp="1"/>
          </p:cNvSpPr>
          <p:nvPr>
            <p:ph type="title" hasCustomPrompt="1"/>
          </p:nvPr>
        </p:nvSpPr>
        <p:spPr>
          <a:xfrm>
            <a:off x="941501" y="1609159"/>
            <a:ext cx="4253334" cy="3639682"/>
          </a:xfrm>
        </p:spPr>
        <p:txBody>
          <a:bodyPr anchor="t">
            <a:normAutofit/>
          </a:bodyPr>
          <a:lstStyle>
            <a:lvl1pPr algn="l">
              <a:defRPr sz="3800">
                <a:solidFill>
                  <a:schemeClr val="bg1"/>
                </a:solidFill>
              </a:defRPr>
            </a:lvl1pPr>
          </a:lstStyle>
          <a:p>
            <a:r>
              <a:rPr lang="en-US" dirty="0"/>
              <a:t>Quote Goes Here</a:t>
            </a:r>
          </a:p>
        </p:txBody>
      </p:sp>
      <p:sp>
        <p:nvSpPr>
          <p:cNvPr id="13" name="Triangle 12">
            <a:extLst>
              <a:ext uri="{FF2B5EF4-FFF2-40B4-BE49-F238E27FC236}">
                <a16:creationId xmlns:a16="http://schemas.microsoft.com/office/drawing/2014/main" id="{611FC0D0-E6E4-7645-B0C7-97FB2012039D}"/>
              </a:ext>
            </a:extLst>
          </p:cNvPr>
          <p:cNvSpPr/>
          <p:nvPr userDrawn="1"/>
        </p:nvSpPr>
        <p:spPr>
          <a:xfrm rot="5400000">
            <a:off x="-48606" y="1669422"/>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119249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Only Left">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grpSp>
        <p:nvGrpSpPr>
          <p:cNvPr id="13" name="Group 12">
            <a:extLst>
              <a:ext uri="{FF2B5EF4-FFF2-40B4-BE49-F238E27FC236}">
                <a16:creationId xmlns:a16="http://schemas.microsoft.com/office/drawing/2014/main" id="{C3F11B56-403C-AA43-BA54-5CD9A60BDDC5}"/>
              </a:ext>
            </a:extLst>
          </p:cNvPr>
          <p:cNvGrpSpPr/>
          <p:nvPr userDrawn="1"/>
        </p:nvGrpSpPr>
        <p:grpSpPr>
          <a:xfrm>
            <a:off x="0" y="-4353"/>
            <a:ext cx="6884691" cy="6862353"/>
            <a:chOff x="0" y="-4353"/>
            <a:chExt cx="6884691" cy="6862353"/>
          </a:xfrm>
        </p:grpSpPr>
        <p:sp>
          <p:nvSpPr>
            <p:cNvPr id="5" name="Freeform 4">
              <a:extLst>
                <a:ext uri="{FF2B5EF4-FFF2-40B4-BE49-F238E27FC236}">
                  <a16:creationId xmlns:a16="http://schemas.microsoft.com/office/drawing/2014/main" id="{D8BAD61D-F455-9240-A0C6-DE4F40E47C29}"/>
                </a:ext>
              </a:extLst>
            </p:cNvPr>
            <p:cNvSpPr/>
            <p:nvPr userDrawn="1"/>
          </p:nvSpPr>
          <p:spPr>
            <a:xfrm>
              <a:off x="0" y="-4353"/>
              <a:ext cx="6884691" cy="6862353"/>
            </a:xfrm>
            <a:custGeom>
              <a:avLst/>
              <a:gdLst>
                <a:gd name="connsiteX0" fmla="*/ 0 w 6838726"/>
                <a:gd name="connsiteY0" fmla="*/ 0 h 6853468"/>
                <a:gd name="connsiteX1" fmla="*/ 6838726 w 6838726"/>
                <a:gd name="connsiteY1" fmla="*/ 20138 h 6853468"/>
                <a:gd name="connsiteX2" fmla="*/ 3434396 w 6838726"/>
                <a:gd name="connsiteY2" fmla="*/ 6853468 h 6853468"/>
                <a:gd name="connsiteX3" fmla="*/ 0 w 6838726"/>
                <a:gd name="connsiteY3" fmla="*/ 6836433 h 6853468"/>
                <a:gd name="connsiteX4" fmla="*/ 0 w 6838726"/>
                <a:gd name="connsiteY4" fmla="*/ 0 h 6853468"/>
                <a:gd name="connsiteX0" fmla="*/ 15156 w 6853882"/>
                <a:gd name="connsiteY0" fmla="*/ 0 h 6861693"/>
                <a:gd name="connsiteX1" fmla="*/ 6853882 w 6853882"/>
                <a:gd name="connsiteY1" fmla="*/ 20138 h 6861693"/>
                <a:gd name="connsiteX2" fmla="*/ 3449552 w 6853882"/>
                <a:gd name="connsiteY2" fmla="*/ 6853468 h 6861693"/>
                <a:gd name="connsiteX3" fmla="*/ 0 w 6853882"/>
                <a:gd name="connsiteY3" fmla="*/ 6861693 h 6861693"/>
                <a:gd name="connsiteX4" fmla="*/ 15156 w 6853882"/>
                <a:gd name="connsiteY4" fmla="*/ 0 h 6861693"/>
                <a:gd name="connsiteX0" fmla="*/ 15156 w 6853882"/>
                <a:gd name="connsiteY0" fmla="*/ 0 h 6863572"/>
                <a:gd name="connsiteX1" fmla="*/ 6853882 w 6853882"/>
                <a:gd name="connsiteY1" fmla="*/ 20138 h 6863572"/>
                <a:gd name="connsiteX2" fmla="*/ 3444500 w 6853882"/>
                <a:gd name="connsiteY2" fmla="*/ 6863572 h 6863572"/>
                <a:gd name="connsiteX3" fmla="*/ 0 w 6853882"/>
                <a:gd name="connsiteY3" fmla="*/ 6861693 h 6863572"/>
                <a:gd name="connsiteX4" fmla="*/ 15156 w 6853882"/>
                <a:gd name="connsiteY4" fmla="*/ 0 h 6863572"/>
                <a:gd name="connsiteX0" fmla="*/ 0 w 6866861"/>
                <a:gd name="connsiteY0" fmla="*/ 0 h 6856528"/>
                <a:gd name="connsiteX1" fmla="*/ 6866861 w 6866861"/>
                <a:gd name="connsiteY1" fmla="*/ 13094 h 6856528"/>
                <a:gd name="connsiteX2" fmla="*/ 3457479 w 6866861"/>
                <a:gd name="connsiteY2" fmla="*/ 6856528 h 6856528"/>
                <a:gd name="connsiteX3" fmla="*/ 12979 w 6866861"/>
                <a:gd name="connsiteY3" fmla="*/ 6854649 h 6856528"/>
                <a:gd name="connsiteX4" fmla="*/ 0 w 6866861"/>
                <a:gd name="connsiteY4" fmla="*/ 0 h 6856528"/>
                <a:gd name="connsiteX0" fmla="*/ 0 w 6893137"/>
                <a:gd name="connsiteY0" fmla="*/ 7922 h 6864450"/>
                <a:gd name="connsiteX1" fmla="*/ 6893137 w 6893137"/>
                <a:gd name="connsiteY1" fmla="*/ 0 h 6864450"/>
                <a:gd name="connsiteX2" fmla="*/ 3457479 w 6893137"/>
                <a:gd name="connsiteY2" fmla="*/ 6864450 h 6864450"/>
                <a:gd name="connsiteX3" fmla="*/ 12979 w 6893137"/>
                <a:gd name="connsiteY3" fmla="*/ 6862571 h 6864450"/>
                <a:gd name="connsiteX4" fmla="*/ 0 w 6893137"/>
                <a:gd name="connsiteY4" fmla="*/ 7922 h 6864450"/>
                <a:gd name="connsiteX0" fmla="*/ 0 w 6897755"/>
                <a:gd name="connsiteY0" fmla="*/ 0 h 6870380"/>
                <a:gd name="connsiteX1" fmla="*/ 6897755 w 6897755"/>
                <a:gd name="connsiteY1" fmla="*/ 5930 h 6870380"/>
                <a:gd name="connsiteX2" fmla="*/ 3462097 w 6897755"/>
                <a:gd name="connsiteY2" fmla="*/ 6870380 h 6870380"/>
                <a:gd name="connsiteX3" fmla="*/ 17597 w 6897755"/>
                <a:gd name="connsiteY3" fmla="*/ 6868501 h 6870380"/>
                <a:gd name="connsiteX4" fmla="*/ 0 w 6897755"/>
                <a:gd name="connsiteY4" fmla="*/ 0 h 6870380"/>
                <a:gd name="connsiteX0" fmla="*/ 9234 w 6880863"/>
                <a:gd name="connsiteY0" fmla="*/ 0 h 6866017"/>
                <a:gd name="connsiteX1" fmla="*/ 6880863 w 6880863"/>
                <a:gd name="connsiteY1" fmla="*/ 1567 h 6866017"/>
                <a:gd name="connsiteX2" fmla="*/ 3445205 w 6880863"/>
                <a:gd name="connsiteY2" fmla="*/ 6866017 h 6866017"/>
                <a:gd name="connsiteX3" fmla="*/ 705 w 6880863"/>
                <a:gd name="connsiteY3" fmla="*/ 6864138 h 6866017"/>
                <a:gd name="connsiteX4" fmla="*/ 9234 w 6880863"/>
                <a:gd name="connsiteY4" fmla="*/ 0 h 6866017"/>
                <a:gd name="connsiteX0" fmla="*/ 0 w 6884692"/>
                <a:gd name="connsiteY0" fmla="*/ 0 h 6883465"/>
                <a:gd name="connsiteX1" fmla="*/ 6884692 w 6884692"/>
                <a:gd name="connsiteY1" fmla="*/ 19015 h 6883465"/>
                <a:gd name="connsiteX2" fmla="*/ 3449034 w 6884692"/>
                <a:gd name="connsiteY2" fmla="*/ 6883465 h 6883465"/>
                <a:gd name="connsiteX3" fmla="*/ 4534 w 6884692"/>
                <a:gd name="connsiteY3" fmla="*/ 6881586 h 6883465"/>
                <a:gd name="connsiteX4" fmla="*/ 0 w 6884692"/>
                <a:gd name="connsiteY4" fmla="*/ 0 h 6883465"/>
                <a:gd name="connsiteX0" fmla="*/ 9234 w 6880863"/>
                <a:gd name="connsiteY0" fmla="*/ 0 h 6879102"/>
                <a:gd name="connsiteX1" fmla="*/ 6880863 w 6880863"/>
                <a:gd name="connsiteY1" fmla="*/ 14652 h 6879102"/>
                <a:gd name="connsiteX2" fmla="*/ 3445205 w 6880863"/>
                <a:gd name="connsiteY2" fmla="*/ 6879102 h 6879102"/>
                <a:gd name="connsiteX3" fmla="*/ 705 w 6880863"/>
                <a:gd name="connsiteY3" fmla="*/ 6877223 h 6879102"/>
                <a:gd name="connsiteX4" fmla="*/ 9234 w 6880863"/>
                <a:gd name="connsiteY4" fmla="*/ 0 h 6879102"/>
                <a:gd name="connsiteX0" fmla="*/ 0 w 6884691"/>
                <a:gd name="connsiteY0" fmla="*/ 0 h 6874740"/>
                <a:gd name="connsiteX1" fmla="*/ 6884691 w 6884691"/>
                <a:gd name="connsiteY1" fmla="*/ 10290 h 6874740"/>
                <a:gd name="connsiteX2" fmla="*/ 3449033 w 6884691"/>
                <a:gd name="connsiteY2" fmla="*/ 6874740 h 6874740"/>
                <a:gd name="connsiteX3" fmla="*/ 4533 w 6884691"/>
                <a:gd name="connsiteY3" fmla="*/ 6872861 h 6874740"/>
                <a:gd name="connsiteX4" fmla="*/ 0 w 6884691"/>
                <a:gd name="connsiteY4" fmla="*/ 0 h 6874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4691" h="6874740">
                  <a:moveTo>
                    <a:pt x="0" y="0"/>
                  </a:moveTo>
                  <a:lnTo>
                    <a:pt x="6884691" y="10290"/>
                  </a:lnTo>
                  <a:lnTo>
                    <a:pt x="3449033" y="6874740"/>
                  </a:lnTo>
                  <a:lnTo>
                    <a:pt x="4533" y="6872861"/>
                  </a:lnTo>
                  <a:cubicBezTo>
                    <a:pt x="207" y="4587978"/>
                    <a:pt x="4326" y="2284883"/>
                    <a:pt x="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riangle 6">
              <a:extLst>
                <a:ext uri="{FF2B5EF4-FFF2-40B4-BE49-F238E27FC236}">
                  <a16:creationId xmlns:a16="http://schemas.microsoft.com/office/drawing/2014/main" id="{75004ACB-4E38-6449-B733-0C6A6BC40ADD}"/>
                </a:ext>
              </a:extLst>
            </p:cNvPr>
            <p:cNvSpPr/>
            <p:nvPr userDrawn="1"/>
          </p:nvSpPr>
          <p:spPr>
            <a:xfrm>
              <a:off x="3641197" y="5941716"/>
              <a:ext cx="911753" cy="911753"/>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riangle 7">
              <a:extLst>
                <a:ext uri="{FF2B5EF4-FFF2-40B4-BE49-F238E27FC236}">
                  <a16:creationId xmlns:a16="http://schemas.microsoft.com/office/drawing/2014/main" id="{6A52034F-1EDC-3040-A1B3-B572FC286C20}"/>
                </a:ext>
              </a:extLst>
            </p:cNvPr>
            <p:cNvSpPr/>
            <p:nvPr userDrawn="1"/>
          </p:nvSpPr>
          <p:spPr>
            <a:xfrm rot="10800000">
              <a:off x="4944403" y="174432"/>
              <a:ext cx="1590022" cy="1590022"/>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Title 1">
            <a:extLst>
              <a:ext uri="{FF2B5EF4-FFF2-40B4-BE49-F238E27FC236}">
                <a16:creationId xmlns:a16="http://schemas.microsoft.com/office/drawing/2014/main" id="{1877EC85-9CA1-EB4F-A9AC-2C02CB520866}"/>
              </a:ext>
            </a:extLst>
          </p:cNvPr>
          <p:cNvSpPr>
            <a:spLocks noGrp="1"/>
          </p:cNvSpPr>
          <p:nvPr>
            <p:ph type="title" hasCustomPrompt="1"/>
          </p:nvPr>
        </p:nvSpPr>
        <p:spPr>
          <a:xfrm>
            <a:off x="550988" y="1954400"/>
            <a:ext cx="4393415" cy="3002359"/>
          </a:xfrm>
        </p:spPr>
        <p:txBody>
          <a:bodyPr anchor="ctr"/>
          <a:lstStyle>
            <a:lvl1pPr algn="ctr">
              <a:defRPr>
                <a:solidFill>
                  <a:schemeClr val="bg1"/>
                </a:solidFill>
              </a:defRPr>
            </a:lvl1pPr>
          </a:lstStyle>
          <a:p>
            <a:r>
              <a:rPr lang="en-US" dirty="0"/>
              <a:t>Title Goes Here</a:t>
            </a:r>
          </a:p>
        </p:txBody>
      </p:sp>
      <p:sp>
        <p:nvSpPr>
          <p:cNvPr id="12" name="Triangle 11">
            <a:extLst>
              <a:ext uri="{FF2B5EF4-FFF2-40B4-BE49-F238E27FC236}">
                <a16:creationId xmlns:a16="http://schemas.microsoft.com/office/drawing/2014/main" id="{FD910B80-BD19-CF49-AB0B-1C5DEECEDED5}"/>
              </a:ext>
            </a:extLst>
          </p:cNvPr>
          <p:cNvSpPr/>
          <p:nvPr userDrawn="1"/>
        </p:nvSpPr>
        <p:spPr>
          <a:xfrm rot="5400000">
            <a:off x="-48606" y="3165163"/>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750328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Only Right">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15DFD37-81D5-5742-B09A-5D4CBF48B7EA}"/>
              </a:ext>
            </a:extLst>
          </p:cNvPr>
          <p:cNvGrpSpPr/>
          <p:nvPr userDrawn="1"/>
        </p:nvGrpSpPr>
        <p:grpSpPr>
          <a:xfrm rot="10800000">
            <a:off x="5294245" y="0"/>
            <a:ext cx="6897755" cy="6858000"/>
            <a:chOff x="-17598" y="0"/>
            <a:chExt cx="6897755" cy="6858000"/>
          </a:xfrm>
        </p:grpSpPr>
        <p:sp>
          <p:nvSpPr>
            <p:cNvPr id="12" name="Freeform 11">
              <a:extLst>
                <a:ext uri="{FF2B5EF4-FFF2-40B4-BE49-F238E27FC236}">
                  <a16:creationId xmlns:a16="http://schemas.microsoft.com/office/drawing/2014/main" id="{00CF4E43-4A68-664C-B973-2FE49DC7733D}"/>
                </a:ext>
              </a:extLst>
            </p:cNvPr>
            <p:cNvSpPr/>
            <p:nvPr userDrawn="1"/>
          </p:nvSpPr>
          <p:spPr>
            <a:xfrm>
              <a:off x="-17598" y="0"/>
              <a:ext cx="6897755" cy="6858000"/>
            </a:xfrm>
            <a:custGeom>
              <a:avLst/>
              <a:gdLst>
                <a:gd name="connsiteX0" fmla="*/ 0 w 6838726"/>
                <a:gd name="connsiteY0" fmla="*/ 0 h 6853468"/>
                <a:gd name="connsiteX1" fmla="*/ 6838726 w 6838726"/>
                <a:gd name="connsiteY1" fmla="*/ 20138 h 6853468"/>
                <a:gd name="connsiteX2" fmla="*/ 3434396 w 6838726"/>
                <a:gd name="connsiteY2" fmla="*/ 6853468 h 6853468"/>
                <a:gd name="connsiteX3" fmla="*/ 0 w 6838726"/>
                <a:gd name="connsiteY3" fmla="*/ 6836433 h 6853468"/>
                <a:gd name="connsiteX4" fmla="*/ 0 w 6838726"/>
                <a:gd name="connsiteY4" fmla="*/ 0 h 6853468"/>
                <a:gd name="connsiteX0" fmla="*/ 15156 w 6853882"/>
                <a:gd name="connsiteY0" fmla="*/ 0 h 6861693"/>
                <a:gd name="connsiteX1" fmla="*/ 6853882 w 6853882"/>
                <a:gd name="connsiteY1" fmla="*/ 20138 h 6861693"/>
                <a:gd name="connsiteX2" fmla="*/ 3449552 w 6853882"/>
                <a:gd name="connsiteY2" fmla="*/ 6853468 h 6861693"/>
                <a:gd name="connsiteX3" fmla="*/ 0 w 6853882"/>
                <a:gd name="connsiteY3" fmla="*/ 6861693 h 6861693"/>
                <a:gd name="connsiteX4" fmla="*/ 15156 w 6853882"/>
                <a:gd name="connsiteY4" fmla="*/ 0 h 6861693"/>
                <a:gd name="connsiteX0" fmla="*/ 15156 w 6853882"/>
                <a:gd name="connsiteY0" fmla="*/ 0 h 6863572"/>
                <a:gd name="connsiteX1" fmla="*/ 6853882 w 6853882"/>
                <a:gd name="connsiteY1" fmla="*/ 20138 h 6863572"/>
                <a:gd name="connsiteX2" fmla="*/ 3444500 w 6853882"/>
                <a:gd name="connsiteY2" fmla="*/ 6863572 h 6863572"/>
                <a:gd name="connsiteX3" fmla="*/ 0 w 6853882"/>
                <a:gd name="connsiteY3" fmla="*/ 6861693 h 6863572"/>
                <a:gd name="connsiteX4" fmla="*/ 15156 w 6853882"/>
                <a:gd name="connsiteY4" fmla="*/ 0 h 6863572"/>
                <a:gd name="connsiteX0" fmla="*/ 0 w 6866861"/>
                <a:gd name="connsiteY0" fmla="*/ 0 h 6856528"/>
                <a:gd name="connsiteX1" fmla="*/ 6866861 w 6866861"/>
                <a:gd name="connsiteY1" fmla="*/ 13094 h 6856528"/>
                <a:gd name="connsiteX2" fmla="*/ 3457479 w 6866861"/>
                <a:gd name="connsiteY2" fmla="*/ 6856528 h 6856528"/>
                <a:gd name="connsiteX3" fmla="*/ 12979 w 6866861"/>
                <a:gd name="connsiteY3" fmla="*/ 6854649 h 6856528"/>
                <a:gd name="connsiteX4" fmla="*/ 0 w 6866861"/>
                <a:gd name="connsiteY4" fmla="*/ 0 h 6856528"/>
                <a:gd name="connsiteX0" fmla="*/ 0 w 6893137"/>
                <a:gd name="connsiteY0" fmla="*/ 7922 h 6864450"/>
                <a:gd name="connsiteX1" fmla="*/ 6893137 w 6893137"/>
                <a:gd name="connsiteY1" fmla="*/ 0 h 6864450"/>
                <a:gd name="connsiteX2" fmla="*/ 3457479 w 6893137"/>
                <a:gd name="connsiteY2" fmla="*/ 6864450 h 6864450"/>
                <a:gd name="connsiteX3" fmla="*/ 12979 w 6893137"/>
                <a:gd name="connsiteY3" fmla="*/ 6862571 h 6864450"/>
                <a:gd name="connsiteX4" fmla="*/ 0 w 6893137"/>
                <a:gd name="connsiteY4" fmla="*/ 7922 h 6864450"/>
                <a:gd name="connsiteX0" fmla="*/ 0 w 6897755"/>
                <a:gd name="connsiteY0" fmla="*/ 0 h 6870380"/>
                <a:gd name="connsiteX1" fmla="*/ 6897755 w 6897755"/>
                <a:gd name="connsiteY1" fmla="*/ 5930 h 6870380"/>
                <a:gd name="connsiteX2" fmla="*/ 3462097 w 6897755"/>
                <a:gd name="connsiteY2" fmla="*/ 6870380 h 6870380"/>
                <a:gd name="connsiteX3" fmla="*/ 17597 w 6897755"/>
                <a:gd name="connsiteY3" fmla="*/ 6868501 h 6870380"/>
                <a:gd name="connsiteX4" fmla="*/ 0 w 6897755"/>
                <a:gd name="connsiteY4" fmla="*/ 0 h 6870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97755" h="6870380">
                  <a:moveTo>
                    <a:pt x="0" y="0"/>
                  </a:moveTo>
                  <a:lnTo>
                    <a:pt x="6897755" y="5930"/>
                  </a:lnTo>
                  <a:lnTo>
                    <a:pt x="3462097" y="6870380"/>
                  </a:lnTo>
                  <a:lnTo>
                    <a:pt x="17597" y="6868501"/>
                  </a:lnTo>
                  <a:cubicBezTo>
                    <a:pt x="13271" y="4583618"/>
                    <a:pt x="4326" y="2284883"/>
                    <a:pt x="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riangle 12">
              <a:extLst>
                <a:ext uri="{FF2B5EF4-FFF2-40B4-BE49-F238E27FC236}">
                  <a16:creationId xmlns:a16="http://schemas.microsoft.com/office/drawing/2014/main" id="{AFAD3D76-9126-CC42-90B0-5BF85DC91E3E}"/>
                </a:ext>
              </a:extLst>
            </p:cNvPr>
            <p:cNvSpPr/>
            <p:nvPr userDrawn="1"/>
          </p:nvSpPr>
          <p:spPr>
            <a:xfrm>
              <a:off x="3641197" y="5941716"/>
              <a:ext cx="911753" cy="911753"/>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riangle 13">
              <a:extLst>
                <a:ext uri="{FF2B5EF4-FFF2-40B4-BE49-F238E27FC236}">
                  <a16:creationId xmlns:a16="http://schemas.microsoft.com/office/drawing/2014/main" id="{9D011AB3-8218-AE4F-9DF7-810A1B45C453}"/>
                </a:ext>
              </a:extLst>
            </p:cNvPr>
            <p:cNvSpPr/>
            <p:nvPr userDrawn="1"/>
          </p:nvSpPr>
          <p:spPr>
            <a:xfrm rot="10800000">
              <a:off x="4944403" y="174432"/>
              <a:ext cx="1590022" cy="1590022"/>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a:xfrm>
            <a:off x="10993582" y="6446838"/>
            <a:ext cx="780010" cy="365125"/>
          </a:xfrm>
        </p:spPr>
        <p:txBody>
          <a:bodyPr/>
          <a:lstStyle/>
          <a:p>
            <a:fld id="{3A98EE3D-8CD1-4C3F-BD1C-C98C9596463C}" type="slidenum">
              <a:rPr lang="en-US" smtClean="0"/>
              <a:t>‹#›</a:t>
            </a:fld>
            <a:endParaRPr lang="en-US" dirty="0"/>
          </a:p>
        </p:txBody>
      </p:sp>
      <p:sp>
        <p:nvSpPr>
          <p:cNvPr id="10" name="Title 1">
            <a:extLst>
              <a:ext uri="{FF2B5EF4-FFF2-40B4-BE49-F238E27FC236}">
                <a16:creationId xmlns:a16="http://schemas.microsoft.com/office/drawing/2014/main" id="{1877EC85-9CA1-EB4F-A9AC-2C02CB520866}"/>
              </a:ext>
            </a:extLst>
          </p:cNvPr>
          <p:cNvSpPr>
            <a:spLocks noGrp="1"/>
          </p:cNvSpPr>
          <p:nvPr>
            <p:ph type="title" hasCustomPrompt="1"/>
          </p:nvPr>
        </p:nvSpPr>
        <p:spPr>
          <a:xfrm>
            <a:off x="7775272" y="1954400"/>
            <a:ext cx="3889053" cy="3002359"/>
          </a:xfrm>
        </p:spPr>
        <p:txBody>
          <a:bodyPr anchor="ctr"/>
          <a:lstStyle>
            <a:lvl1pPr algn="ctr">
              <a:defRPr>
                <a:solidFill>
                  <a:schemeClr val="bg1"/>
                </a:solidFill>
              </a:defRPr>
            </a:lvl1pPr>
          </a:lstStyle>
          <a:p>
            <a:r>
              <a:rPr lang="en-US" dirty="0"/>
              <a:t>Title Goes Here</a:t>
            </a:r>
          </a:p>
        </p:txBody>
      </p:sp>
      <p:sp>
        <p:nvSpPr>
          <p:cNvPr id="9" name="Triangle 8">
            <a:extLst>
              <a:ext uri="{FF2B5EF4-FFF2-40B4-BE49-F238E27FC236}">
                <a16:creationId xmlns:a16="http://schemas.microsoft.com/office/drawing/2014/main" id="{D84320FE-42A3-294B-AAE0-3D16A63E3599}"/>
              </a:ext>
            </a:extLst>
          </p:cNvPr>
          <p:cNvSpPr/>
          <p:nvPr userDrawn="1"/>
        </p:nvSpPr>
        <p:spPr>
          <a:xfrm rot="16200000">
            <a:off x="11604063" y="3162897"/>
            <a:ext cx="648200" cy="5276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17437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9/9/2020</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1050">
                <a:solidFill>
                  <a:srgbClr val="FFFFFF"/>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2363315096"/>
      </p:ext>
    </p:extLst>
  </p:cSld>
  <p:clrMap bg1="lt1" tx1="dk1" bg2="lt2" tx2="dk2" accent1="accent1" accent2="accent2" accent3="accent3" accent4="accent4" accent5="accent5" accent6="accent6" hlink="hlink" folHlink="folHlink"/>
  <p:sldLayoutIdLst>
    <p:sldLayoutId id="2147483764" r:id="rId1"/>
    <p:sldLayoutId id="2147483785" r:id="rId2"/>
    <p:sldLayoutId id="2147483783" r:id="rId3"/>
    <p:sldLayoutId id="2147483765" r:id="rId4"/>
    <p:sldLayoutId id="2147483787" r:id="rId5"/>
    <p:sldLayoutId id="2147483784" r:id="rId6"/>
    <p:sldLayoutId id="2147483786" r:id="rId7"/>
    <p:sldLayoutId id="2147483774" r:id="rId8"/>
    <p:sldLayoutId id="2147483781" r:id="rId9"/>
    <p:sldLayoutId id="2147483779" r:id="rId10"/>
    <p:sldLayoutId id="2147483780" r:id="rId11"/>
    <p:sldLayoutId id="2147483778" r:id="rId12"/>
    <p:sldLayoutId id="2147483777" r:id="rId13"/>
    <p:sldLayoutId id="2147483776" r:id="rId14"/>
    <p:sldLayoutId id="2147483782" r:id="rId15"/>
  </p:sldLayoutIdLst>
  <p:hf sldNum="0" hdr="0" ftr="0" dt="0"/>
  <p:txStyles>
    <p:titleStyle>
      <a:lvl1pPr algn="l" defTabSz="914400" rtl="0" eaLnBrk="1" latinLnBrk="0" hangingPunct="1">
        <a:lnSpc>
          <a:spcPct val="90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hyperlink" Target="http://www.geeksforgeeks.org/" TargetMode="Externa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E7C09F3-1BE8-0445-A3C4-9C100D32B8D9}"/>
              </a:ext>
            </a:extLst>
          </p:cNvPr>
          <p:cNvSpPr>
            <a:spLocks noGrp="1"/>
          </p:cNvSpPr>
          <p:nvPr>
            <p:ph type="ctrTitle"/>
          </p:nvPr>
        </p:nvSpPr>
        <p:spPr>
          <a:xfrm>
            <a:off x="704675" y="854538"/>
            <a:ext cx="4921603" cy="3566160"/>
          </a:xfrm>
        </p:spPr>
        <p:txBody>
          <a:bodyPr/>
          <a:lstStyle/>
          <a:p>
            <a:r>
              <a:rPr lang="en-US" dirty="0"/>
              <a:t>Competitive Programming:</a:t>
            </a:r>
            <a:br>
              <a:rPr lang="en-US" dirty="0"/>
            </a:br>
            <a:r>
              <a:rPr lang="en-US" dirty="0"/>
              <a:t>Final Presentation</a:t>
            </a:r>
          </a:p>
        </p:txBody>
      </p:sp>
      <p:sp>
        <p:nvSpPr>
          <p:cNvPr id="6" name="Subtitle 5">
            <a:extLst>
              <a:ext uri="{FF2B5EF4-FFF2-40B4-BE49-F238E27FC236}">
                <a16:creationId xmlns:a16="http://schemas.microsoft.com/office/drawing/2014/main" id="{C770EE27-FD77-894D-9D88-F5A548E1DCAF}"/>
              </a:ext>
            </a:extLst>
          </p:cNvPr>
          <p:cNvSpPr>
            <a:spLocks noGrp="1"/>
          </p:cNvSpPr>
          <p:nvPr>
            <p:ph type="subTitle" idx="1"/>
          </p:nvPr>
        </p:nvSpPr>
        <p:spPr>
          <a:xfrm>
            <a:off x="704675" y="4429842"/>
            <a:ext cx="4924373" cy="1143000"/>
          </a:xfrm>
        </p:spPr>
        <p:txBody>
          <a:bodyPr/>
          <a:lstStyle/>
          <a:p>
            <a:pPr algn="r"/>
            <a:r>
              <a:rPr lang="en-US" dirty="0"/>
              <a:t>Presenter: Harsh Chaudhry</a:t>
            </a:r>
          </a:p>
          <a:p>
            <a:pPr algn="r"/>
            <a:r>
              <a:rPr lang="en-US" dirty="0"/>
              <a:t>Presented on: 09/09/2020</a:t>
            </a:r>
          </a:p>
          <a:p>
            <a:pPr algn="r"/>
            <a:endParaRPr lang="en-US" dirty="0"/>
          </a:p>
          <a:p>
            <a:pPr algn="r"/>
            <a:endParaRPr lang="en-US" dirty="0"/>
          </a:p>
        </p:txBody>
      </p:sp>
      <p:pic>
        <p:nvPicPr>
          <p:cNvPr id="16" name="Picture Placeholder 15" descr="people looking at floorplan">
            <a:extLst>
              <a:ext uri="{FF2B5EF4-FFF2-40B4-BE49-F238E27FC236}">
                <a16:creationId xmlns:a16="http://schemas.microsoft.com/office/drawing/2014/main" id="{DAC60D5D-D287-9B45-9F54-93A410AFF149}"/>
              </a:ext>
            </a:extLst>
          </p:cNvPr>
          <p:cNvPicPr>
            <a:picLocks noGrp="1" noChangeAspect="1"/>
          </p:cNvPicPr>
          <p:nvPr>
            <p:ph type="pic" sz="quarter" idx="13"/>
          </p:nvPr>
        </p:nvPicPr>
        <p:blipFill>
          <a:blip r:embed="rId2" cstate="screen">
            <a:grayscl/>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1564110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AF45AF3-182B-4AFC-8AF0-EBE4E400EC06}"/>
              </a:ext>
            </a:extLst>
          </p:cNvPr>
          <p:cNvSpPr txBox="1"/>
          <p:nvPr/>
        </p:nvSpPr>
        <p:spPr>
          <a:xfrm>
            <a:off x="412459" y="696286"/>
            <a:ext cx="11367082" cy="2536528"/>
          </a:xfrm>
          <a:prstGeom prst="rect">
            <a:avLst/>
          </a:prstGeom>
          <a:solidFill>
            <a:schemeClr val="accent1"/>
          </a:solidFill>
        </p:spPr>
        <p:txBody>
          <a:bodyPr wrap="square" rtlCol="0">
            <a:spAutoFit/>
          </a:bodyPr>
          <a:lstStyle/>
          <a:p>
            <a:pPr algn="ctr"/>
            <a:endParaRPr lang="en-IN" dirty="0"/>
          </a:p>
          <a:p>
            <a:pPr algn="ctr"/>
            <a:endParaRPr lang="en-IN" dirty="0"/>
          </a:p>
          <a:p>
            <a:pPr algn="ctr"/>
            <a:endParaRPr lang="en-IN" dirty="0"/>
          </a:p>
          <a:p>
            <a:pPr algn="ctr"/>
            <a:endParaRPr lang="en-IN" dirty="0"/>
          </a:p>
          <a:p>
            <a:pPr algn="ctr">
              <a:lnSpc>
                <a:spcPct val="90000"/>
              </a:lnSpc>
              <a:spcBef>
                <a:spcPct val="0"/>
              </a:spcBef>
            </a:pPr>
            <a:r>
              <a:rPr lang="en-IN" sz="4800" spc="-50" dirty="0">
                <a:latin typeface="+mj-lt"/>
                <a:ea typeface="+mj-ea"/>
                <a:cs typeface="+mj-cs"/>
              </a:rPr>
              <a:t>Lets talk Numbers</a:t>
            </a:r>
          </a:p>
          <a:p>
            <a:pPr algn="ctr">
              <a:lnSpc>
                <a:spcPct val="90000"/>
              </a:lnSpc>
              <a:spcBef>
                <a:spcPct val="0"/>
              </a:spcBef>
            </a:pPr>
            <a:endParaRPr lang="en-IN" sz="4800" spc="-50" dirty="0">
              <a:latin typeface="+mj-lt"/>
              <a:ea typeface="+mj-ea"/>
              <a:cs typeface="+mj-cs"/>
            </a:endParaRPr>
          </a:p>
        </p:txBody>
      </p:sp>
    </p:spTree>
    <p:extLst>
      <p:ext uri="{BB962C8B-B14F-4D97-AF65-F5344CB8AC3E}">
        <p14:creationId xmlns:p14="http://schemas.microsoft.com/office/powerpoint/2010/main" val="2551529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187979-B839-4FC3-9EB9-DDEA2A033A0B}"/>
              </a:ext>
            </a:extLst>
          </p:cNvPr>
          <p:cNvSpPr>
            <a:spLocks noGrp="1"/>
          </p:cNvSpPr>
          <p:nvPr>
            <p:ph idx="1"/>
          </p:nvPr>
        </p:nvSpPr>
        <p:spPr>
          <a:xfrm>
            <a:off x="1174459" y="3322040"/>
            <a:ext cx="10210718" cy="2244747"/>
          </a:xfrm>
        </p:spPr>
        <p:txBody>
          <a:bodyPr>
            <a:normAutofit fontScale="92500" lnSpcReduction="10000"/>
          </a:bodyPr>
          <a:lstStyle/>
          <a:p>
            <a:pPr>
              <a:buFont typeface="Wingdings" panose="05000000000000000000" pitchFamily="2" charset="2"/>
              <a:buChar char="§"/>
            </a:pPr>
            <a:r>
              <a:rPr lang="en-IN" sz="2400" dirty="0"/>
              <a:t>Questions solved: 63</a:t>
            </a:r>
          </a:p>
          <a:p>
            <a:pPr lvl="1">
              <a:buFont typeface="Wingdings" panose="05000000000000000000" pitchFamily="2" charset="2"/>
              <a:buChar char="§"/>
            </a:pPr>
            <a:r>
              <a:rPr lang="en-IN" sz="2000" dirty="0"/>
              <a:t>Given Questions: 46</a:t>
            </a:r>
          </a:p>
          <a:p>
            <a:pPr lvl="1">
              <a:buFont typeface="Wingdings" panose="05000000000000000000" pitchFamily="2" charset="2"/>
              <a:buChar char="§"/>
            </a:pPr>
            <a:r>
              <a:rPr lang="en-IN" sz="2000" dirty="0"/>
              <a:t>Extra Questions: 17</a:t>
            </a:r>
          </a:p>
          <a:p>
            <a:pPr lvl="1">
              <a:buFont typeface="Wingdings" panose="05000000000000000000" pitchFamily="2" charset="2"/>
              <a:buChar char="§"/>
            </a:pPr>
            <a:r>
              <a:rPr lang="en-IN" sz="2400" dirty="0">
                <a:solidFill>
                  <a:schemeClr val="bg1"/>
                </a:solidFill>
              </a:rPr>
              <a:t>Per topic average: 5.25</a:t>
            </a:r>
            <a:endParaRPr lang="en-IN" sz="2400" dirty="0"/>
          </a:p>
          <a:p>
            <a:pPr>
              <a:buFont typeface="Wingdings" panose="05000000000000000000" pitchFamily="2" charset="2"/>
              <a:buChar char="§"/>
            </a:pPr>
            <a:r>
              <a:rPr lang="en-IN" sz="2400" dirty="0"/>
              <a:t>Total Competitions taken part in: 12</a:t>
            </a:r>
          </a:p>
          <a:p>
            <a:pPr lvl="1">
              <a:buFont typeface="Wingdings" panose="05000000000000000000" pitchFamily="2" charset="2"/>
              <a:buChar char="§"/>
            </a:pPr>
            <a:r>
              <a:rPr lang="en-IN" sz="2000" dirty="0"/>
              <a:t>Questions solved: 12</a:t>
            </a:r>
          </a:p>
        </p:txBody>
      </p:sp>
      <p:sp>
        <p:nvSpPr>
          <p:cNvPr id="5" name="TextBox 4">
            <a:extLst>
              <a:ext uri="{FF2B5EF4-FFF2-40B4-BE49-F238E27FC236}">
                <a16:creationId xmlns:a16="http://schemas.microsoft.com/office/drawing/2014/main" id="{FAF45AF3-182B-4AFC-8AF0-EBE4E400EC06}"/>
              </a:ext>
            </a:extLst>
          </p:cNvPr>
          <p:cNvSpPr txBox="1"/>
          <p:nvPr/>
        </p:nvSpPr>
        <p:spPr>
          <a:xfrm>
            <a:off x="412459" y="696286"/>
            <a:ext cx="11367082" cy="2536528"/>
          </a:xfrm>
          <a:prstGeom prst="rect">
            <a:avLst/>
          </a:prstGeom>
          <a:solidFill>
            <a:schemeClr val="accent1"/>
          </a:solidFill>
        </p:spPr>
        <p:txBody>
          <a:bodyPr wrap="square" rtlCol="0">
            <a:spAutoFit/>
          </a:bodyPr>
          <a:lstStyle/>
          <a:p>
            <a:pPr algn="ctr"/>
            <a:endParaRPr lang="en-IN" dirty="0"/>
          </a:p>
          <a:p>
            <a:pPr algn="ctr"/>
            <a:endParaRPr lang="en-IN" dirty="0"/>
          </a:p>
          <a:p>
            <a:pPr algn="ctr"/>
            <a:endParaRPr lang="en-IN" dirty="0"/>
          </a:p>
          <a:p>
            <a:pPr algn="ctr"/>
            <a:endParaRPr lang="en-IN" dirty="0"/>
          </a:p>
          <a:p>
            <a:pPr algn="ctr">
              <a:lnSpc>
                <a:spcPct val="90000"/>
              </a:lnSpc>
              <a:spcBef>
                <a:spcPct val="0"/>
              </a:spcBef>
            </a:pPr>
            <a:r>
              <a:rPr lang="en-IN" sz="4800" spc="-50" dirty="0">
                <a:latin typeface="+mj-lt"/>
                <a:ea typeface="+mj-ea"/>
                <a:cs typeface="+mj-cs"/>
              </a:rPr>
              <a:t>Lets talk Numbers</a:t>
            </a:r>
          </a:p>
          <a:p>
            <a:pPr algn="ctr">
              <a:lnSpc>
                <a:spcPct val="90000"/>
              </a:lnSpc>
              <a:spcBef>
                <a:spcPct val="0"/>
              </a:spcBef>
            </a:pPr>
            <a:r>
              <a:rPr lang="en-IN" sz="4800" spc="-50" dirty="0">
                <a:latin typeface="+mj-lt"/>
                <a:ea typeface="+mj-ea"/>
                <a:cs typeface="+mj-cs"/>
              </a:rPr>
              <a:t>Performance at a Glance</a:t>
            </a:r>
          </a:p>
        </p:txBody>
      </p:sp>
      <p:sp>
        <p:nvSpPr>
          <p:cNvPr id="6" name="TextBox 5">
            <a:extLst>
              <a:ext uri="{FF2B5EF4-FFF2-40B4-BE49-F238E27FC236}">
                <a16:creationId xmlns:a16="http://schemas.microsoft.com/office/drawing/2014/main" id="{FF502A69-B702-47E6-8C29-37BA280A2FC5}"/>
              </a:ext>
            </a:extLst>
          </p:cNvPr>
          <p:cNvSpPr txBox="1"/>
          <p:nvPr/>
        </p:nvSpPr>
        <p:spPr>
          <a:xfrm>
            <a:off x="7315200" y="5666062"/>
            <a:ext cx="3979147" cy="646331"/>
          </a:xfrm>
          <a:prstGeom prst="rect">
            <a:avLst/>
          </a:prstGeom>
          <a:noFill/>
        </p:spPr>
        <p:txBody>
          <a:bodyPr wrap="square" rtlCol="0">
            <a:spAutoFit/>
          </a:bodyPr>
          <a:lstStyle/>
          <a:p>
            <a:r>
              <a:rPr lang="en-IN" dirty="0">
                <a:solidFill>
                  <a:schemeClr val="bg1"/>
                </a:solidFill>
              </a:rPr>
              <a:t>Note: duplicates have been counted in both total and solved questions.</a:t>
            </a:r>
          </a:p>
        </p:txBody>
      </p:sp>
    </p:spTree>
    <p:extLst>
      <p:ext uri="{BB962C8B-B14F-4D97-AF65-F5344CB8AC3E}">
        <p14:creationId xmlns:p14="http://schemas.microsoft.com/office/powerpoint/2010/main" val="2841400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CD060-9293-4038-83F2-9ABE1482306D}"/>
              </a:ext>
            </a:extLst>
          </p:cNvPr>
          <p:cNvSpPr>
            <a:spLocks noGrp="1"/>
          </p:cNvSpPr>
          <p:nvPr>
            <p:ph type="title"/>
          </p:nvPr>
        </p:nvSpPr>
        <p:spPr>
          <a:xfrm>
            <a:off x="-232476" y="284990"/>
            <a:ext cx="4393415" cy="1610921"/>
          </a:xfrm>
        </p:spPr>
        <p:txBody>
          <a:bodyPr/>
          <a:lstStyle/>
          <a:p>
            <a:r>
              <a:rPr lang="en-IN" dirty="0">
                <a:solidFill>
                  <a:schemeClr val="accent1"/>
                </a:solidFill>
              </a:rPr>
              <a:t>SPOJ</a:t>
            </a:r>
          </a:p>
        </p:txBody>
      </p:sp>
      <p:sp>
        <p:nvSpPr>
          <p:cNvPr id="3" name="TextBox 2">
            <a:extLst>
              <a:ext uri="{FF2B5EF4-FFF2-40B4-BE49-F238E27FC236}">
                <a16:creationId xmlns:a16="http://schemas.microsoft.com/office/drawing/2014/main" id="{11B405F0-9E44-4475-A0F8-31CE0C2E2F12}"/>
              </a:ext>
            </a:extLst>
          </p:cNvPr>
          <p:cNvSpPr txBox="1"/>
          <p:nvPr/>
        </p:nvSpPr>
        <p:spPr>
          <a:xfrm>
            <a:off x="1015068" y="1895912"/>
            <a:ext cx="3145871" cy="3416320"/>
          </a:xfrm>
          <a:prstGeom prst="rect">
            <a:avLst/>
          </a:prstGeom>
          <a:noFill/>
        </p:spPr>
        <p:txBody>
          <a:bodyPr wrap="square" rtlCol="0">
            <a:spAutoFit/>
          </a:bodyPr>
          <a:lstStyle/>
          <a:p>
            <a:r>
              <a:rPr lang="en-IN" dirty="0">
                <a:solidFill>
                  <a:schemeClr val="bg1"/>
                </a:solidFill>
              </a:rPr>
              <a:t>Total problems given: 109</a:t>
            </a:r>
          </a:p>
          <a:p>
            <a:endParaRPr lang="en-IN" dirty="0">
              <a:solidFill>
                <a:schemeClr val="bg1"/>
              </a:solidFill>
            </a:endParaRPr>
          </a:p>
          <a:p>
            <a:r>
              <a:rPr lang="en-IN" dirty="0">
                <a:solidFill>
                  <a:schemeClr val="bg1"/>
                </a:solidFill>
              </a:rPr>
              <a:t>Total problems solved: 53	</a:t>
            </a:r>
          </a:p>
          <a:p>
            <a:pPr marL="285750" indent="-285750">
              <a:buFont typeface="Wingdings" panose="05000000000000000000" pitchFamily="2" charset="2"/>
              <a:buChar char="§"/>
            </a:pPr>
            <a:r>
              <a:rPr lang="en-IN" dirty="0">
                <a:solidFill>
                  <a:schemeClr val="bg1"/>
                </a:solidFill>
              </a:rPr>
              <a:t>Solved from given: 46</a:t>
            </a:r>
          </a:p>
          <a:p>
            <a:pPr marL="742950" lvl="1" indent="-285750">
              <a:buFont typeface="Wingdings" panose="05000000000000000000" pitchFamily="2" charset="2"/>
              <a:buChar char="§"/>
            </a:pPr>
            <a:r>
              <a:rPr lang="en-IN" dirty="0">
                <a:solidFill>
                  <a:schemeClr val="bg1"/>
                </a:solidFill>
              </a:rPr>
              <a:t>Per topic average: 3.83</a:t>
            </a:r>
          </a:p>
          <a:p>
            <a:pPr marL="285750" indent="-285750">
              <a:buFont typeface="Wingdings" panose="05000000000000000000" pitchFamily="2" charset="2"/>
              <a:buChar char="§"/>
            </a:pPr>
            <a:r>
              <a:rPr lang="en-IN" dirty="0">
                <a:solidFill>
                  <a:schemeClr val="bg1"/>
                </a:solidFill>
              </a:rPr>
              <a:t>Extra solved: 7</a:t>
            </a:r>
          </a:p>
          <a:p>
            <a:pPr marL="285750" indent="-285750">
              <a:buFont typeface="Wingdings" panose="05000000000000000000" pitchFamily="2" charset="2"/>
              <a:buChar char="§"/>
            </a:pPr>
            <a:endParaRPr lang="en-IN" dirty="0">
              <a:solidFill>
                <a:schemeClr val="bg1"/>
              </a:solidFill>
            </a:endParaRPr>
          </a:p>
          <a:p>
            <a:r>
              <a:rPr lang="en-IN" dirty="0">
                <a:solidFill>
                  <a:schemeClr val="bg1"/>
                </a:solidFill>
              </a:rPr>
              <a:t>Total per topic average: 4.42</a:t>
            </a:r>
          </a:p>
          <a:p>
            <a:pPr marL="285750" indent="-285750">
              <a:buFont typeface="Wingdings" panose="05000000000000000000" pitchFamily="2" charset="2"/>
              <a:buChar char="§"/>
            </a:pPr>
            <a:endParaRPr lang="en-IN" dirty="0">
              <a:solidFill>
                <a:schemeClr val="bg1"/>
              </a:solidFill>
            </a:endParaRPr>
          </a:p>
          <a:p>
            <a:r>
              <a:rPr lang="en-IN" dirty="0">
                <a:solidFill>
                  <a:schemeClr val="bg1"/>
                </a:solidFill>
              </a:rPr>
              <a:t>From Given Solved: 46</a:t>
            </a:r>
          </a:p>
          <a:p>
            <a:pPr marL="285750" indent="-285750">
              <a:buFont typeface="Wingdings" panose="05000000000000000000" pitchFamily="2" charset="2"/>
              <a:buChar char="§"/>
            </a:pPr>
            <a:r>
              <a:rPr lang="en-IN" dirty="0">
                <a:solidFill>
                  <a:schemeClr val="bg1"/>
                </a:solidFill>
              </a:rPr>
              <a:t>On Time: 35</a:t>
            </a:r>
          </a:p>
          <a:p>
            <a:pPr marL="285750" indent="-285750">
              <a:buFont typeface="Wingdings" panose="05000000000000000000" pitchFamily="2" charset="2"/>
              <a:buChar char="§"/>
            </a:pPr>
            <a:r>
              <a:rPr lang="en-IN" dirty="0">
                <a:solidFill>
                  <a:schemeClr val="bg1"/>
                </a:solidFill>
              </a:rPr>
              <a:t>Late: 11</a:t>
            </a:r>
          </a:p>
        </p:txBody>
      </p:sp>
      <p:sp>
        <p:nvSpPr>
          <p:cNvPr id="4" name="TextBox 3">
            <a:extLst>
              <a:ext uri="{FF2B5EF4-FFF2-40B4-BE49-F238E27FC236}">
                <a16:creationId xmlns:a16="http://schemas.microsoft.com/office/drawing/2014/main" id="{DA102BF3-D0AD-49A4-A5AC-17862DF4E75B}"/>
              </a:ext>
            </a:extLst>
          </p:cNvPr>
          <p:cNvSpPr txBox="1"/>
          <p:nvPr/>
        </p:nvSpPr>
        <p:spPr>
          <a:xfrm rot="17792733">
            <a:off x="4433003" y="1603085"/>
            <a:ext cx="4097779" cy="830997"/>
          </a:xfrm>
          <a:prstGeom prst="rect">
            <a:avLst/>
          </a:prstGeom>
          <a:noFill/>
        </p:spPr>
        <p:txBody>
          <a:bodyPr wrap="square" rtlCol="0">
            <a:spAutoFit/>
          </a:bodyPr>
          <a:lstStyle/>
          <a:p>
            <a:r>
              <a:rPr lang="en-IN" sz="4800" spc="-50" dirty="0">
                <a:solidFill>
                  <a:schemeClr val="accent1">
                    <a:lumMod val="50000"/>
                  </a:schemeClr>
                </a:solidFill>
                <a:latin typeface="+mj-lt"/>
                <a:ea typeface="+mj-ea"/>
                <a:cs typeface="+mj-cs"/>
              </a:rPr>
              <a:t>BREAKDOWN</a:t>
            </a:r>
          </a:p>
        </p:txBody>
      </p:sp>
      <p:sp>
        <p:nvSpPr>
          <p:cNvPr id="5" name="TextBox 4">
            <a:extLst>
              <a:ext uri="{FF2B5EF4-FFF2-40B4-BE49-F238E27FC236}">
                <a16:creationId xmlns:a16="http://schemas.microsoft.com/office/drawing/2014/main" id="{C9E1DF6C-9A4A-4A08-A76E-B7C8011F9BA1}"/>
              </a:ext>
            </a:extLst>
          </p:cNvPr>
          <p:cNvSpPr txBox="1"/>
          <p:nvPr/>
        </p:nvSpPr>
        <p:spPr>
          <a:xfrm>
            <a:off x="6699371" y="3001882"/>
            <a:ext cx="2393659" cy="3416320"/>
          </a:xfrm>
          <a:prstGeom prst="rect">
            <a:avLst/>
          </a:prstGeom>
          <a:noFill/>
        </p:spPr>
        <p:txBody>
          <a:bodyPr wrap="square" rtlCol="0">
            <a:spAutoFit/>
          </a:bodyPr>
          <a:lstStyle/>
          <a:p>
            <a:r>
              <a:rPr lang="en-IN" dirty="0"/>
              <a:t>Topic 3: Basic STL</a:t>
            </a:r>
          </a:p>
          <a:p>
            <a:pPr marL="285750" indent="-285750">
              <a:buFont typeface="Wingdings" panose="05000000000000000000" pitchFamily="2" charset="2"/>
              <a:buChar char="§"/>
            </a:pPr>
            <a:r>
              <a:rPr lang="en-IN" dirty="0"/>
              <a:t>Given: 11</a:t>
            </a:r>
          </a:p>
          <a:p>
            <a:pPr marL="285750" indent="-285750">
              <a:buFont typeface="Wingdings" panose="05000000000000000000" pitchFamily="2" charset="2"/>
              <a:buChar char="§"/>
            </a:pPr>
            <a:r>
              <a:rPr lang="en-IN" dirty="0"/>
              <a:t>Solved: 11</a:t>
            </a:r>
          </a:p>
          <a:p>
            <a:r>
              <a:rPr lang="en-IN" dirty="0"/>
              <a:t>Topic 4: Disjoint Set </a:t>
            </a:r>
          </a:p>
          <a:p>
            <a:pPr marL="285750" indent="-285750">
              <a:buFont typeface="Wingdings" panose="05000000000000000000" pitchFamily="2" charset="2"/>
              <a:buChar char="§"/>
            </a:pPr>
            <a:r>
              <a:rPr lang="en-IN" dirty="0"/>
              <a:t>Given: 10</a:t>
            </a:r>
          </a:p>
          <a:p>
            <a:pPr marL="285750" indent="-285750">
              <a:buFont typeface="Wingdings" panose="05000000000000000000" pitchFamily="2" charset="2"/>
              <a:buChar char="§"/>
            </a:pPr>
            <a:r>
              <a:rPr lang="en-IN" dirty="0"/>
              <a:t>Solved: 6</a:t>
            </a:r>
          </a:p>
          <a:p>
            <a:r>
              <a:rPr lang="en-IN" dirty="0"/>
              <a:t>Topic 5: Fenwick Tree</a:t>
            </a:r>
          </a:p>
          <a:p>
            <a:pPr marL="285750" indent="-285750">
              <a:buFont typeface="Wingdings" panose="05000000000000000000" pitchFamily="2" charset="2"/>
              <a:buChar char="§"/>
            </a:pPr>
            <a:r>
              <a:rPr lang="en-IN" dirty="0"/>
              <a:t>Given: 8</a:t>
            </a:r>
          </a:p>
          <a:p>
            <a:pPr marL="285750" indent="-285750">
              <a:buFont typeface="Wingdings" panose="05000000000000000000" pitchFamily="2" charset="2"/>
              <a:buChar char="§"/>
            </a:pPr>
            <a:r>
              <a:rPr lang="en-IN" dirty="0"/>
              <a:t>Solved: 3</a:t>
            </a:r>
          </a:p>
          <a:p>
            <a:r>
              <a:rPr lang="en-IN" dirty="0"/>
              <a:t>Topic 6: Graph 1/2</a:t>
            </a:r>
          </a:p>
          <a:p>
            <a:pPr marL="285750" indent="-285750">
              <a:buFont typeface="Wingdings" panose="05000000000000000000" pitchFamily="2" charset="2"/>
              <a:buChar char="§"/>
            </a:pPr>
            <a:r>
              <a:rPr lang="en-IN" dirty="0"/>
              <a:t>Given: 19</a:t>
            </a:r>
          </a:p>
          <a:p>
            <a:pPr marL="285750" indent="-285750">
              <a:buFont typeface="Wingdings" panose="05000000000000000000" pitchFamily="2" charset="2"/>
              <a:buChar char="§"/>
            </a:pPr>
            <a:r>
              <a:rPr lang="en-IN" dirty="0"/>
              <a:t>Solved: 3</a:t>
            </a:r>
          </a:p>
        </p:txBody>
      </p:sp>
      <p:sp>
        <p:nvSpPr>
          <p:cNvPr id="6" name="TextBox 5">
            <a:extLst>
              <a:ext uri="{FF2B5EF4-FFF2-40B4-BE49-F238E27FC236}">
                <a16:creationId xmlns:a16="http://schemas.microsoft.com/office/drawing/2014/main" id="{8C812FC1-3A72-4819-95C9-3DB243FF3934}"/>
              </a:ext>
            </a:extLst>
          </p:cNvPr>
          <p:cNvSpPr txBox="1"/>
          <p:nvPr/>
        </p:nvSpPr>
        <p:spPr>
          <a:xfrm>
            <a:off x="9211578" y="1339889"/>
            <a:ext cx="2959913" cy="5078313"/>
          </a:xfrm>
          <a:prstGeom prst="rect">
            <a:avLst/>
          </a:prstGeom>
          <a:noFill/>
        </p:spPr>
        <p:txBody>
          <a:bodyPr wrap="none" rtlCol="0">
            <a:spAutoFit/>
          </a:bodyPr>
          <a:lstStyle/>
          <a:p>
            <a:r>
              <a:rPr lang="en-IN" dirty="0"/>
              <a:t>Topic 7: Graph 2/2</a:t>
            </a:r>
          </a:p>
          <a:p>
            <a:pPr marL="285750" indent="-285750">
              <a:buFont typeface="Wingdings" panose="05000000000000000000" pitchFamily="2" charset="2"/>
              <a:buChar char="§"/>
            </a:pPr>
            <a:r>
              <a:rPr lang="en-IN" dirty="0"/>
              <a:t>Given: 8</a:t>
            </a:r>
          </a:p>
          <a:p>
            <a:pPr marL="285750" indent="-285750">
              <a:buFont typeface="Wingdings" panose="05000000000000000000" pitchFamily="2" charset="2"/>
              <a:buChar char="§"/>
            </a:pPr>
            <a:r>
              <a:rPr lang="en-IN" dirty="0"/>
              <a:t>Solved: 5</a:t>
            </a:r>
          </a:p>
          <a:p>
            <a:r>
              <a:rPr lang="en-IN" dirty="0"/>
              <a:t>Topic 8: DP 1/2</a:t>
            </a:r>
          </a:p>
          <a:p>
            <a:pPr marL="285750" indent="-285750">
              <a:buFont typeface="Wingdings" panose="05000000000000000000" pitchFamily="2" charset="2"/>
              <a:buChar char="§"/>
            </a:pPr>
            <a:r>
              <a:rPr lang="en-IN" dirty="0"/>
              <a:t>Given: 7</a:t>
            </a:r>
          </a:p>
          <a:p>
            <a:pPr marL="285750" indent="-285750">
              <a:buFont typeface="Wingdings" panose="05000000000000000000" pitchFamily="2" charset="2"/>
              <a:buChar char="§"/>
            </a:pPr>
            <a:r>
              <a:rPr lang="en-IN" dirty="0"/>
              <a:t>Solved: 5</a:t>
            </a:r>
          </a:p>
          <a:p>
            <a:r>
              <a:rPr lang="en-IN" dirty="0"/>
              <a:t>Topic 9: DP 2/2</a:t>
            </a:r>
          </a:p>
          <a:p>
            <a:pPr marL="285750" indent="-285750">
              <a:buFont typeface="Wingdings" panose="05000000000000000000" pitchFamily="2" charset="2"/>
              <a:buChar char="§"/>
            </a:pPr>
            <a:r>
              <a:rPr lang="en-IN" dirty="0"/>
              <a:t>Given: 13</a:t>
            </a:r>
          </a:p>
          <a:p>
            <a:pPr marL="285750" indent="-285750">
              <a:buFont typeface="Wingdings" panose="05000000000000000000" pitchFamily="2" charset="2"/>
              <a:buChar char="§"/>
            </a:pPr>
            <a:r>
              <a:rPr lang="en-IN" dirty="0"/>
              <a:t>Solved: 2</a:t>
            </a:r>
          </a:p>
          <a:p>
            <a:r>
              <a:rPr lang="en-IN" dirty="0"/>
              <a:t>Topic 10: Strings 1/2</a:t>
            </a:r>
          </a:p>
          <a:p>
            <a:pPr marL="285750" indent="-285750">
              <a:buFont typeface="Wingdings" panose="05000000000000000000" pitchFamily="2" charset="2"/>
              <a:buChar char="§"/>
            </a:pPr>
            <a:r>
              <a:rPr lang="en-IN" dirty="0"/>
              <a:t>Given: 10</a:t>
            </a:r>
          </a:p>
          <a:p>
            <a:pPr marL="285750" indent="-285750">
              <a:buFont typeface="Wingdings" panose="05000000000000000000" pitchFamily="2" charset="2"/>
              <a:buChar char="§"/>
            </a:pPr>
            <a:r>
              <a:rPr lang="en-IN" dirty="0"/>
              <a:t>Solved: 3</a:t>
            </a:r>
          </a:p>
          <a:p>
            <a:r>
              <a:rPr lang="en-IN" dirty="0"/>
              <a:t>Topic 11: Strings 2/2</a:t>
            </a:r>
          </a:p>
          <a:p>
            <a:pPr marL="285750" indent="-285750">
              <a:buFont typeface="Wingdings" panose="05000000000000000000" pitchFamily="2" charset="2"/>
              <a:buChar char="§"/>
            </a:pPr>
            <a:r>
              <a:rPr lang="en-IN" dirty="0"/>
              <a:t>Given: 8</a:t>
            </a:r>
          </a:p>
          <a:p>
            <a:pPr marL="285750" indent="-285750">
              <a:buFont typeface="Wingdings" panose="05000000000000000000" pitchFamily="2" charset="2"/>
              <a:buChar char="§"/>
            </a:pPr>
            <a:r>
              <a:rPr lang="en-IN" dirty="0"/>
              <a:t>Solved: 1</a:t>
            </a:r>
          </a:p>
          <a:p>
            <a:r>
              <a:rPr lang="en-IN" dirty="0"/>
              <a:t>Topic 12: Divide and Conquer </a:t>
            </a:r>
          </a:p>
          <a:p>
            <a:pPr marL="285750" indent="-285750">
              <a:buFont typeface="Wingdings" panose="05000000000000000000" pitchFamily="2" charset="2"/>
              <a:buChar char="§"/>
            </a:pPr>
            <a:r>
              <a:rPr lang="en-IN" dirty="0"/>
              <a:t>Given: 4</a:t>
            </a:r>
          </a:p>
          <a:p>
            <a:pPr marL="285750" indent="-285750">
              <a:buFont typeface="Wingdings" panose="05000000000000000000" pitchFamily="2" charset="2"/>
              <a:buChar char="§"/>
            </a:pPr>
            <a:r>
              <a:rPr lang="en-IN" dirty="0"/>
              <a:t>Solved: 1</a:t>
            </a:r>
          </a:p>
        </p:txBody>
      </p:sp>
      <p:sp>
        <p:nvSpPr>
          <p:cNvPr id="8" name="TextBox 7">
            <a:extLst>
              <a:ext uri="{FF2B5EF4-FFF2-40B4-BE49-F238E27FC236}">
                <a16:creationId xmlns:a16="http://schemas.microsoft.com/office/drawing/2014/main" id="{A6C4AEB5-3A6C-4FCC-9C20-0F8CFD90015E}"/>
              </a:ext>
            </a:extLst>
          </p:cNvPr>
          <p:cNvSpPr txBox="1"/>
          <p:nvPr/>
        </p:nvSpPr>
        <p:spPr>
          <a:xfrm>
            <a:off x="4577636" y="4663876"/>
            <a:ext cx="2121735" cy="1754326"/>
          </a:xfrm>
          <a:prstGeom prst="rect">
            <a:avLst/>
          </a:prstGeom>
          <a:noFill/>
        </p:spPr>
        <p:txBody>
          <a:bodyPr wrap="none" rtlCol="0">
            <a:spAutoFit/>
          </a:bodyPr>
          <a:lstStyle/>
          <a:p>
            <a:r>
              <a:rPr lang="en-IN" dirty="0"/>
              <a:t>Topic 1: CP</a:t>
            </a:r>
          </a:p>
          <a:p>
            <a:pPr marL="285750" indent="-285750">
              <a:buFont typeface="Wingdings" panose="05000000000000000000" pitchFamily="2" charset="2"/>
              <a:buChar char="§"/>
            </a:pPr>
            <a:r>
              <a:rPr lang="en-IN" dirty="0"/>
              <a:t>Given: 5</a:t>
            </a:r>
          </a:p>
          <a:p>
            <a:pPr marL="285750" indent="-285750">
              <a:buFont typeface="Wingdings" panose="05000000000000000000" pitchFamily="2" charset="2"/>
              <a:buChar char="§"/>
            </a:pPr>
            <a:r>
              <a:rPr lang="en-IN" dirty="0"/>
              <a:t>Solved: 5</a:t>
            </a:r>
          </a:p>
          <a:p>
            <a:r>
              <a:rPr lang="en-IN" dirty="0"/>
              <a:t>Topic 2: Backtracking</a:t>
            </a:r>
          </a:p>
          <a:p>
            <a:pPr marL="285750" indent="-285750">
              <a:buFont typeface="Wingdings" panose="05000000000000000000" pitchFamily="2" charset="2"/>
              <a:buChar char="§"/>
            </a:pPr>
            <a:r>
              <a:rPr lang="en-IN" dirty="0"/>
              <a:t>Given: 6</a:t>
            </a:r>
          </a:p>
          <a:p>
            <a:pPr marL="285750" indent="-285750">
              <a:buFont typeface="Wingdings" panose="05000000000000000000" pitchFamily="2" charset="2"/>
              <a:buChar char="§"/>
            </a:pPr>
            <a:r>
              <a:rPr lang="en-IN" dirty="0"/>
              <a:t>Solved: 1</a:t>
            </a:r>
          </a:p>
        </p:txBody>
      </p:sp>
    </p:spTree>
    <p:extLst>
      <p:ext uri="{BB962C8B-B14F-4D97-AF65-F5344CB8AC3E}">
        <p14:creationId xmlns:p14="http://schemas.microsoft.com/office/powerpoint/2010/main" val="137831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CD060-9293-4038-83F2-9ABE1482306D}"/>
              </a:ext>
            </a:extLst>
          </p:cNvPr>
          <p:cNvSpPr>
            <a:spLocks noGrp="1"/>
          </p:cNvSpPr>
          <p:nvPr>
            <p:ph type="title"/>
          </p:nvPr>
        </p:nvSpPr>
        <p:spPr>
          <a:xfrm>
            <a:off x="512936" y="847052"/>
            <a:ext cx="4393415" cy="1610921"/>
          </a:xfrm>
        </p:spPr>
        <p:txBody>
          <a:bodyPr/>
          <a:lstStyle/>
          <a:p>
            <a:r>
              <a:rPr lang="en-IN" dirty="0">
                <a:solidFill>
                  <a:schemeClr val="accent1"/>
                </a:solidFill>
              </a:rPr>
              <a:t>Code Forces</a:t>
            </a:r>
            <a:br>
              <a:rPr lang="en-IN" dirty="0">
                <a:solidFill>
                  <a:schemeClr val="accent1"/>
                </a:solidFill>
              </a:rPr>
            </a:br>
            <a:r>
              <a:rPr lang="en-IN" dirty="0">
                <a:solidFill>
                  <a:schemeClr val="accent1"/>
                </a:solidFill>
              </a:rPr>
              <a:t>Extra Problems</a:t>
            </a:r>
          </a:p>
        </p:txBody>
      </p:sp>
      <p:sp>
        <p:nvSpPr>
          <p:cNvPr id="3" name="TextBox 2">
            <a:extLst>
              <a:ext uri="{FF2B5EF4-FFF2-40B4-BE49-F238E27FC236}">
                <a16:creationId xmlns:a16="http://schemas.microsoft.com/office/drawing/2014/main" id="{11B405F0-9E44-4475-A0F8-31CE0C2E2F12}"/>
              </a:ext>
            </a:extLst>
          </p:cNvPr>
          <p:cNvSpPr txBox="1"/>
          <p:nvPr/>
        </p:nvSpPr>
        <p:spPr>
          <a:xfrm>
            <a:off x="6820250" y="2749816"/>
            <a:ext cx="4000308" cy="2862322"/>
          </a:xfrm>
          <a:prstGeom prst="rect">
            <a:avLst/>
          </a:prstGeom>
          <a:noFill/>
        </p:spPr>
        <p:txBody>
          <a:bodyPr wrap="square" rtlCol="0">
            <a:spAutoFit/>
          </a:bodyPr>
          <a:lstStyle/>
          <a:p>
            <a:r>
              <a:rPr lang="en-IN" dirty="0"/>
              <a:t>Total Competitions attended: 12</a:t>
            </a:r>
          </a:p>
          <a:p>
            <a:endParaRPr lang="en-IN" dirty="0"/>
          </a:p>
          <a:p>
            <a:pPr marL="285750" indent="-285750">
              <a:buFont typeface="Wingdings" panose="05000000000000000000" pitchFamily="2" charset="2"/>
              <a:buChar char="§"/>
            </a:pPr>
            <a:r>
              <a:rPr lang="en-IN" dirty="0"/>
              <a:t>Problems solved in Competitions: 12</a:t>
            </a:r>
          </a:p>
          <a:p>
            <a:pPr marL="285750" indent="-285750">
              <a:buFont typeface="Wingdings" panose="05000000000000000000" pitchFamily="2" charset="2"/>
              <a:buChar char="§"/>
            </a:pPr>
            <a:endParaRPr lang="en-IN" dirty="0"/>
          </a:p>
          <a:p>
            <a:pPr marL="285750" indent="-285750">
              <a:buFont typeface="Wingdings" panose="05000000000000000000" pitchFamily="2" charset="2"/>
              <a:buChar char="§"/>
            </a:pPr>
            <a:r>
              <a:rPr lang="en-IN" dirty="0"/>
              <a:t>Problem per competition average: 1 </a:t>
            </a:r>
          </a:p>
          <a:p>
            <a:pPr marL="285750" indent="-285750">
              <a:buFont typeface="Wingdings" panose="05000000000000000000" pitchFamily="2" charset="2"/>
              <a:buChar char="§"/>
            </a:pPr>
            <a:endParaRPr lang="en-IN" dirty="0"/>
          </a:p>
          <a:p>
            <a:pPr marL="285750" indent="-285750">
              <a:buFont typeface="Wingdings" panose="05000000000000000000" pitchFamily="2" charset="2"/>
              <a:buChar char="§"/>
            </a:pPr>
            <a:r>
              <a:rPr lang="en-IN" dirty="0"/>
              <a:t>Div. 2 competitions: 8</a:t>
            </a:r>
          </a:p>
          <a:p>
            <a:pPr marL="285750" indent="-285750">
              <a:buFont typeface="Wingdings" panose="05000000000000000000" pitchFamily="2" charset="2"/>
              <a:buChar char="§"/>
            </a:pPr>
            <a:endParaRPr lang="en-IN" dirty="0"/>
          </a:p>
          <a:p>
            <a:pPr marL="285750" indent="-285750">
              <a:buFont typeface="Wingdings" panose="05000000000000000000" pitchFamily="2" charset="2"/>
              <a:buChar char="§"/>
            </a:pPr>
            <a:r>
              <a:rPr lang="en-IN" dirty="0"/>
              <a:t>Div. 3 competitions: 4</a:t>
            </a:r>
          </a:p>
          <a:p>
            <a:endParaRPr lang="en-IN" dirty="0"/>
          </a:p>
        </p:txBody>
      </p:sp>
      <p:sp>
        <p:nvSpPr>
          <p:cNvPr id="4" name="TextBox 3">
            <a:extLst>
              <a:ext uri="{FF2B5EF4-FFF2-40B4-BE49-F238E27FC236}">
                <a16:creationId xmlns:a16="http://schemas.microsoft.com/office/drawing/2014/main" id="{DA102BF3-D0AD-49A4-A5AC-17862DF4E75B}"/>
              </a:ext>
            </a:extLst>
          </p:cNvPr>
          <p:cNvSpPr txBox="1"/>
          <p:nvPr/>
        </p:nvSpPr>
        <p:spPr>
          <a:xfrm>
            <a:off x="6771514" y="938245"/>
            <a:ext cx="4097779" cy="1428533"/>
          </a:xfrm>
          <a:prstGeom prst="rect">
            <a:avLst/>
          </a:prstGeom>
          <a:noFill/>
        </p:spPr>
        <p:txBody>
          <a:bodyPr wrap="square" rtlCol="0">
            <a:spAutoFit/>
          </a:bodyPr>
          <a:lstStyle/>
          <a:p>
            <a:pPr algn="ctr">
              <a:lnSpc>
                <a:spcPct val="90000"/>
              </a:lnSpc>
              <a:spcBef>
                <a:spcPct val="0"/>
              </a:spcBef>
            </a:pPr>
            <a:r>
              <a:rPr lang="en-IN" sz="4800" spc="-50" dirty="0">
                <a:solidFill>
                  <a:schemeClr val="accent1">
                    <a:lumMod val="50000"/>
                  </a:schemeClr>
                </a:solidFill>
                <a:latin typeface="+mj-lt"/>
                <a:ea typeface="+mj-ea"/>
                <a:cs typeface="+mj-cs"/>
              </a:rPr>
              <a:t>Code Forces</a:t>
            </a:r>
            <a:br>
              <a:rPr lang="en-IN" sz="4800" spc="-50" dirty="0">
                <a:solidFill>
                  <a:schemeClr val="accent1">
                    <a:lumMod val="50000"/>
                  </a:schemeClr>
                </a:solidFill>
                <a:latin typeface="+mj-lt"/>
                <a:ea typeface="+mj-ea"/>
                <a:cs typeface="+mj-cs"/>
              </a:rPr>
            </a:br>
            <a:r>
              <a:rPr lang="en-IN" sz="4800" spc="-50" dirty="0">
                <a:solidFill>
                  <a:schemeClr val="accent1">
                    <a:lumMod val="50000"/>
                  </a:schemeClr>
                </a:solidFill>
                <a:latin typeface="+mj-lt"/>
                <a:ea typeface="+mj-ea"/>
                <a:cs typeface="+mj-cs"/>
              </a:rPr>
              <a:t>Competitions</a:t>
            </a:r>
          </a:p>
        </p:txBody>
      </p:sp>
      <p:sp>
        <p:nvSpPr>
          <p:cNvPr id="5" name="TextBox 4">
            <a:extLst>
              <a:ext uri="{FF2B5EF4-FFF2-40B4-BE49-F238E27FC236}">
                <a16:creationId xmlns:a16="http://schemas.microsoft.com/office/drawing/2014/main" id="{C9E1DF6C-9A4A-4A08-A76E-B7C8011F9BA1}"/>
              </a:ext>
            </a:extLst>
          </p:cNvPr>
          <p:cNvSpPr txBox="1"/>
          <p:nvPr/>
        </p:nvSpPr>
        <p:spPr>
          <a:xfrm>
            <a:off x="1073792" y="2749816"/>
            <a:ext cx="3137482" cy="3139321"/>
          </a:xfrm>
          <a:prstGeom prst="rect">
            <a:avLst/>
          </a:prstGeom>
          <a:noFill/>
        </p:spPr>
        <p:txBody>
          <a:bodyPr wrap="square" rtlCol="0">
            <a:spAutoFit/>
          </a:bodyPr>
          <a:lstStyle/>
          <a:p>
            <a:r>
              <a:rPr lang="en-IN" dirty="0">
                <a:solidFill>
                  <a:schemeClr val="bg1"/>
                </a:solidFill>
              </a:rPr>
              <a:t>Total extra Problems solved: 10</a:t>
            </a:r>
          </a:p>
          <a:p>
            <a:pPr marL="285750" indent="-285750">
              <a:buFont typeface="Wingdings" panose="05000000000000000000" pitchFamily="2" charset="2"/>
              <a:buChar char="§"/>
            </a:pPr>
            <a:r>
              <a:rPr lang="en-IN" dirty="0">
                <a:solidFill>
                  <a:schemeClr val="bg1"/>
                </a:solidFill>
              </a:rPr>
              <a:t>Watermelon</a:t>
            </a:r>
          </a:p>
          <a:p>
            <a:pPr marL="285750" indent="-285750">
              <a:buFont typeface="Wingdings" panose="05000000000000000000" pitchFamily="2" charset="2"/>
              <a:buChar char="§"/>
            </a:pPr>
            <a:r>
              <a:rPr lang="en-IN" dirty="0">
                <a:solidFill>
                  <a:schemeClr val="bg1"/>
                </a:solidFill>
              </a:rPr>
              <a:t>Football</a:t>
            </a:r>
            <a:endParaRPr lang="en-IN" dirty="0">
              <a:solidFill>
                <a:srgbClr val="222222"/>
              </a:solidFill>
              <a:latin typeface="Helvetica Neue"/>
            </a:endParaRPr>
          </a:p>
          <a:p>
            <a:pPr marL="285750" indent="-285750">
              <a:buFont typeface="Wingdings" panose="05000000000000000000" pitchFamily="2" charset="2"/>
              <a:buChar char="§"/>
            </a:pPr>
            <a:r>
              <a:rPr lang="en-IN" dirty="0">
                <a:solidFill>
                  <a:schemeClr val="bg1"/>
                </a:solidFill>
              </a:rPr>
              <a:t>Word Capitalization</a:t>
            </a:r>
          </a:p>
          <a:p>
            <a:pPr marL="285750" indent="-285750">
              <a:buFont typeface="Wingdings" panose="05000000000000000000" pitchFamily="2" charset="2"/>
              <a:buChar char="§"/>
            </a:pPr>
            <a:r>
              <a:rPr lang="en-IN" dirty="0">
                <a:solidFill>
                  <a:schemeClr val="bg1"/>
                </a:solidFill>
              </a:rPr>
              <a:t>Helpful Maths</a:t>
            </a:r>
          </a:p>
          <a:p>
            <a:pPr marL="285750" indent="-285750">
              <a:buFont typeface="Wingdings" panose="05000000000000000000" pitchFamily="2" charset="2"/>
              <a:buChar char="§"/>
            </a:pPr>
            <a:r>
              <a:rPr lang="en-IN" dirty="0">
                <a:solidFill>
                  <a:schemeClr val="bg1"/>
                </a:solidFill>
              </a:rPr>
              <a:t>Domino piling</a:t>
            </a:r>
          </a:p>
          <a:p>
            <a:pPr marL="285750" indent="-285750">
              <a:buFont typeface="Wingdings" panose="05000000000000000000" pitchFamily="2" charset="2"/>
              <a:buChar char="§"/>
            </a:pPr>
            <a:r>
              <a:rPr lang="en-IN" dirty="0">
                <a:solidFill>
                  <a:schemeClr val="bg1"/>
                </a:solidFill>
              </a:rPr>
              <a:t>String Task</a:t>
            </a:r>
          </a:p>
          <a:p>
            <a:pPr marL="285750" indent="-285750">
              <a:buFont typeface="Wingdings" panose="05000000000000000000" pitchFamily="2" charset="2"/>
              <a:buChar char="§"/>
            </a:pPr>
            <a:r>
              <a:rPr lang="en-IN" dirty="0">
                <a:solidFill>
                  <a:schemeClr val="bg1"/>
                </a:solidFill>
              </a:rPr>
              <a:t>Next Round</a:t>
            </a:r>
          </a:p>
          <a:p>
            <a:pPr marL="285750" indent="-285750">
              <a:buFont typeface="Wingdings" panose="05000000000000000000" pitchFamily="2" charset="2"/>
              <a:buChar char="§"/>
            </a:pPr>
            <a:r>
              <a:rPr lang="en-IN" dirty="0">
                <a:solidFill>
                  <a:schemeClr val="bg1"/>
                </a:solidFill>
              </a:rPr>
              <a:t>Team</a:t>
            </a:r>
          </a:p>
          <a:p>
            <a:pPr marL="285750" indent="-285750">
              <a:buFont typeface="Wingdings" panose="05000000000000000000" pitchFamily="2" charset="2"/>
              <a:buChar char="§"/>
            </a:pPr>
            <a:r>
              <a:rPr lang="en-IN" dirty="0">
                <a:solidFill>
                  <a:schemeClr val="bg1"/>
                </a:solidFill>
              </a:rPr>
              <a:t>Way Too Long Words</a:t>
            </a:r>
          </a:p>
          <a:p>
            <a:pPr marL="285750" indent="-285750">
              <a:buFont typeface="Wingdings" panose="05000000000000000000" pitchFamily="2" charset="2"/>
              <a:buChar char="§"/>
            </a:pPr>
            <a:r>
              <a:rPr lang="en-IN" dirty="0">
                <a:solidFill>
                  <a:schemeClr val="bg1"/>
                </a:solidFill>
              </a:rPr>
              <a:t>Theatre Square</a:t>
            </a:r>
          </a:p>
        </p:txBody>
      </p:sp>
    </p:spTree>
    <p:extLst>
      <p:ext uri="{BB962C8B-B14F-4D97-AF65-F5344CB8AC3E}">
        <p14:creationId xmlns:p14="http://schemas.microsoft.com/office/powerpoint/2010/main" val="185949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AF45AF3-182B-4AFC-8AF0-EBE4E400EC06}"/>
              </a:ext>
            </a:extLst>
          </p:cNvPr>
          <p:cNvSpPr txBox="1"/>
          <p:nvPr/>
        </p:nvSpPr>
        <p:spPr>
          <a:xfrm>
            <a:off x="412459" y="696286"/>
            <a:ext cx="11367082" cy="2536528"/>
          </a:xfrm>
          <a:prstGeom prst="rect">
            <a:avLst/>
          </a:prstGeom>
          <a:solidFill>
            <a:schemeClr val="accent1"/>
          </a:solidFill>
        </p:spPr>
        <p:txBody>
          <a:bodyPr wrap="square" rtlCol="0">
            <a:spAutoFit/>
          </a:bodyPr>
          <a:lstStyle/>
          <a:p>
            <a:pPr algn="ctr"/>
            <a:endParaRPr lang="en-IN" dirty="0"/>
          </a:p>
          <a:p>
            <a:pPr algn="ctr"/>
            <a:endParaRPr lang="en-IN" dirty="0"/>
          </a:p>
          <a:p>
            <a:pPr algn="ctr"/>
            <a:endParaRPr lang="en-IN" dirty="0"/>
          </a:p>
          <a:p>
            <a:pPr algn="ctr"/>
            <a:endParaRPr lang="en-IN" dirty="0"/>
          </a:p>
          <a:p>
            <a:pPr algn="ctr">
              <a:lnSpc>
                <a:spcPct val="90000"/>
              </a:lnSpc>
              <a:spcBef>
                <a:spcPct val="0"/>
              </a:spcBef>
            </a:pPr>
            <a:r>
              <a:rPr lang="en-IN" sz="4800" spc="-50" dirty="0">
                <a:latin typeface="+mj-lt"/>
                <a:ea typeface="+mj-ea"/>
                <a:cs typeface="+mj-cs"/>
              </a:rPr>
              <a:t>Presenting,</a:t>
            </a:r>
          </a:p>
          <a:p>
            <a:pPr algn="ctr">
              <a:lnSpc>
                <a:spcPct val="90000"/>
              </a:lnSpc>
              <a:spcBef>
                <a:spcPct val="0"/>
              </a:spcBef>
            </a:pPr>
            <a:r>
              <a:rPr lang="en-IN" sz="4800" spc="-50" dirty="0">
                <a:latin typeface="+mj-lt"/>
                <a:ea typeface="+mj-ea"/>
                <a:cs typeface="+mj-cs"/>
              </a:rPr>
              <a:t>the one topic that helped me the most </a:t>
            </a:r>
          </a:p>
        </p:txBody>
      </p:sp>
    </p:spTree>
    <p:extLst>
      <p:ext uri="{BB962C8B-B14F-4D97-AF65-F5344CB8AC3E}">
        <p14:creationId xmlns:p14="http://schemas.microsoft.com/office/powerpoint/2010/main" val="2717571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AF45AF3-182B-4AFC-8AF0-EBE4E400EC06}"/>
              </a:ext>
            </a:extLst>
          </p:cNvPr>
          <p:cNvSpPr txBox="1"/>
          <p:nvPr/>
        </p:nvSpPr>
        <p:spPr>
          <a:xfrm>
            <a:off x="412459" y="696286"/>
            <a:ext cx="11367082" cy="2536528"/>
          </a:xfrm>
          <a:prstGeom prst="rect">
            <a:avLst/>
          </a:prstGeom>
          <a:solidFill>
            <a:schemeClr val="accent1"/>
          </a:solidFill>
        </p:spPr>
        <p:txBody>
          <a:bodyPr wrap="square" rtlCol="0">
            <a:spAutoFit/>
          </a:bodyPr>
          <a:lstStyle/>
          <a:p>
            <a:pPr algn="ctr"/>
            <a:endParaRPr lang="en-IN" dirty="0"/>
          </a:p>
          <a:p>
            <a:pPr algn="ctr"/>
            <a:endParaRPr lang="en-IN" dirty="0"/>
          </a:p>
          <a:p>
            <a:pPr algn="ctr"/>
            <a:endParaRPr lang="en-IN" dirty="0"/>
          </a:p>
          <a:p>
            <a:pPr algn="ctr"/>
            <a:endParaRPr lang="en-IN" dirty="0"/>
          </a:p>
          <a:p>
            <a:pPr algn="ctr">
              <a:lnSpc>
                <a:spcPct val="90000"/>
              </a:lnSpc>
              <a:spcBef>
                <a:spcPct val="0"/>
              </a:spcBef>
            </a:pPr>
            <a:r>
              <a:rPr lang="en-IN" sz="4800" spc="-50" dirty="0">
                <a:latin typeface="+mj-lt"/>
                <a:ea typeface="+mj-ea"/>
                <a:cs typeface="+mj-cs"/>
              </a:rPr>
              <a:t>Presenting,</a:t>
            </a:r>
          </a:p>
          <a:p>
            <a:pPr algn="ctr">
              <a:lnSpc>
                <a:spcPct val="90000"/>
              </a:lnSpc>
              <a:spcBef>
                <a:spcPct val="0"/>
              </a:spcBef>
            </a:pPr>
            <a:r>
              <a:rPr lang="en-IN" sz="4800" spc="-50" dirty="0">
                <a:latin typeface="+mj-lt"/>
                <a:ea typeface="+mj-ea"/>
                <a:cs typeface="+mj-cs"/>
              </a:rPr>
              <a:t>the one topic that helped me the most </a:t>
            </a:r>
          </a:p>
        </p:txBody>
      </p:sp>
      <p:sp>
        <p:nvSpPr>
          <p:cNvPr id="3" name="TextBox 2">
            <a:extLst>
              <a:ext uri="{FF2B5EF4-FFF2-40B4-BE49-F238E27FC236}">
                <a16:creationId xmlns:a16="http://schemas.microsoft.com/office/drawing/2014/main" id="{9BFE6B88-EFFF-4EDB-8616-02C4BCFE500A}"/>
              </a:ext>
            </a:extLst>
          </p:cNvPr>
          <p:cNvSpPr txBox="1"/>
          <p:nvPr/>
        </p:nvSpPr>
        <p:spPr>
          <a:xfrm>
            <a:off x="2271267" y="3882006"/>
            <a:ext cx="7649466" cy="1569660"/>
          </a:xfrm>
          <a:prstGeom prst="rect">
            <a:avLst/>
          </a:prstGeom>
          <a:noFill/>
        </p:spPr>
        <p:txBody>
          <a:bodyPr wrap="none" rtlCol="0">
            <a:spAutoFit/>
          </a:bodyPr>
          <a:lstStyle/>
          <a:p>
            <a:pPr algn="ctr"/>
            <a:r>
              <a:rPr lang="en-IN" sz="9600" dirty="0">
                <a:solidFill>
                  <a:schemeClr val="accent1"/>
                </a:solidFill>
              </a:rPr>
              <a:t>Data Structures</a:t>
            </a:r>
          </a:p>
        </p:txBody>
      </p:sp>
    </p:spTree>
    <p:extLst>
      <p:ext uri="{BB962C8B-B14F-4D97-AF65-F5344CB8AC3E}">
        <p14:creationId xmlns:p14="http://schemas.microsoft.com/office/powerpoint/2010/main" val="2461837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F0B20B-6896-44C5-98D0-7A3D4BD055B7}"/>
              </a:ext>
            </a:extLst>
          </p:cNvPr>
          <p:cNvSpPr>
            <a:spLocks noGrp="1"/>
          </p:cNvSpPr>
          <p:nvPr>
            <p:ph type="title"/>
          </p:nvPr>
        </p:nvSpPr>
        <p:spPr/>
        <p:txBody>
          <a:bodyPr>
            <a:normAutofit/>
          </a:bodyPr>
          <a:lstStyle/>
          <a:p>
            <a:r>
              <a:rPr lang="en-IN" sz="4400" dirty="0"/>
              <a:t>Vectors</a:t>
            </a:r>
          </a:p>
        </p:txBody>
      </p:sp>
      <p:sp>
        <p:nvSpPr>
          <p:cNvPr id="4" name="Text Placeholder 3">
            <a:extLst>
              <a:ext uri="{FF2B5EF4-FFF2-40B4-BE49-F238E27FC236}">
                <a16:creationId xmlns:a16="http://schemas.microsoft.com/office/drawing/2014/main" id="{2E5FEABE-BF60-40F0-9B87-66C00D8C8CD8}"/>
              </a:ext>
            </a:extLst>
          </p:cNvPr>
          <p:cNvSpPr>
            <a:spLocks noGrp="1"/>
          </p:cNvSpPr>
          <p:nvPr>
            <p:ph type="body" sz="quarter" idx="14"/>
          </p:nvPr>
        </p:nvSpPr>
        <p:spPr/>
        <p:txBody>
          <a:bodyPr/>
          <a:lstStyle/>
          <a:p>
            <a:pPr>
              <a:buFont typeface="Wingdings" panose="05000000000000000000" pitchFamily="2" charset="2"/>
              <a:buChar char="§"/>
            </a:pPr>
            <a:r>
              <a:rPr lang="en-IN" dirty="0"/>
              <a:t>vector&lt;data-type&gt; v(size, value);</a:t>
            </a:r>
          </a:p>
          <a:p>
            <a:pPr>
              <a:buFont typeface="Wingdings" panose="05000000000000000000" pitchFamily="2" charset="2"/>
              <a:buChar char="§"/>
            </a:pPr>
            <a:r>
              <a:rPr lang="en-IN" dirty="0" err="1"/>
              <a:t>v.push_back</a:t>
            </a:r>
            <a:r>
              <a:rPr lang="en-IN" dirty="0"/>
              <a:t>(data);</a:t>
            </a:r>
          </a:p>
          <a:p>
            <a:pPr>
              <a:buFont typeface="Wingdings" panose="05000000000000000000" pitchFamily="2" charset="2"/>
              <a:buChar char="§"/>
            </a:pPr>
            <a:r>
              <a:rPr lang="en-IN" dirty="0" err="1"/>
              <a:t>v.pop_back</a:t>
            </a:r>
            <a:r>
              <a:rPr lang="en-IN" dirty="0"/>
              <a:t>();</a:t>
            </a:r>
          </a:p>
          <a:p>
            <a:pPr>
              <a:buFont typeface="Wingdings" panose="05000000000000000000" pitchFamily="2" charset="2"/>
              <a:buChar char="§"/>
            </a:pPr>
            <a:r>
              <a:rPr lang="en-IN" dirty="0" err="1"/>
              <a:t>v.clear</a:t>
            </a:r>
            <a:r>
              <a:rPr lang="en-IN" dirty="0"/>
              <a:t>();</a:t>
            </a:r>
          </a:p>
          <a:p>
            <a:pPr>
              <a:buFont typeface="Wingdings" panose="05000000000000000000" pitchFamily="2" charset="2"/>
              <a:buChar char="§"/>
            </a:pPr>
            <a:r>
              <a:rPr lang="en-IN" dirty="0" err="1"/>
              <a:t>v.erase</a:t>
            </a:r>
            <a:r>
              <a:rPr lang="en-IN" dirty="0"/>
              <a:t>(iterator position);</a:t>
            </a:r>
          </a:p>
          <a:p>
            <a:pPr>
              <a:buFont typeface="Wingdings" panose="05000000000000000000" pitchFamily="2" charset="2"/>
              <a:buChar char="§"/>
            </a:pPr>
            <a:r>
              <a:rPr lang="en-IN" dirty="0" err="1"/>
              <a:t>v.resize</a:t>
            </a:r>
            <a:r>
              <a:rPr lang="en-IN" dirty="0"/>
              <a:t>(size);</a:t>
            </a:r>
          </a:p>
        </p:txBody>
      </p:sp>
      <p:sp>
        <p:nvSpPr>
          <p:cNvPr id="6" name="Rectangle 5">
            <a:extLst>
              <a:ext uri="{FF2B5EF4-FFF2-40B4-BE49-F238E27FC236}">
                <a16:creationId xmlns:a16="http://schemas.microsoft.com/office/drawing/2014/main" id="{064DE808-66A7-4861-962A-A60BB96899A4}"/>
              </a:ext>
            </a:extLst>
          </p:cNvPr>
          <p:cNvSpPr/>
          <p:nvPr/>
        </p:nvSpPr>
        <p:spPr>
          <a:xfrm rot="17810215">
            <a:off x="-3155384" y="441825"/>
            <a:ext cx="8567417" cy="4539122"/>
          </a:xfrm>
          <a:custGeom>
            <a:avLst/>
            <a:gdLst>
              <a:gd name="connsiteX0" fmla="*/ 0 w 8767438"/>
              <a:gd name="connsiteY0" fmla="*/ 0 h 4569985"/>
              <a:gd name="connsiteX1" fmla="*/ 8767438 w 8767438"/>
              <a:gd name="connsiteY1" fmla="*/ 0 h 4569985"/>
              <a:gd name="connsiteX2" fmla="*/ 8767438 w 8767438"/>
              <a:gd name="connsiteY2" fmla="*/ 4569985 h 4569985"/>
              <a:gd name="connsiteX3" fmla="*/ 0 w 8767438"/>
              <a:gd name="connsiteY3" fmla="*/ 4569985 h 4569985"/>
              <a:gd name="connsiteX4" fmla="*/ 0 w 8767438"/>
              <a:gd name="connsiteY4" fmla="*/ 0 h 4569985"/>
              <a:gd name="connsiteX0" fmla="*/ 0 w 8767438"/>
              <a:gd name="connsiteY0" fmla="*/ 0 h 4569985"/>
              <a:gd name="connsiteX1" fmla="*/ 7036276 w 8767438"/>
              <a:gd name="connsiteY1" fmla="*/ 1030556 h 4569985"/>
              <a:gd name="connsiteX2" fmla="*/ 8767438 w 8767438"/>
              <a:gd name="connsiteY2" fmla="*/ 4569985 h 4569985"/>
              <a:gd name="connsiteX3" fmla="*/ 0 w 8767438"/>
              <a:gd name="connsiteY3" fmla="*/ 4569985 h 4569985"/>
              <a:gd name="connsiteX4" fmla="*/ 0 w 8767438"/>
              <a:gd name="connsiteY4" fmla="*/ 0 h 4569985"/>
              <a:gd name="connsiteX0" fmla="*/ 0 w 8767438"/>
              <a:gd name="connsiteY0" fmla="*/ 0 h 4569985"/>
              <a:gd name="connsiteX1" fmla="*/ 6425859 w 8767438"/>
              <a:gd name="connsiteY1" fmla="*/ 34258 h 4569985"/>
              <a:gd name="connsiteX2" fmla="*/ 8767438 w 8767438"/>
              <a:gd name="connsiteY2" fmla="*/ 4569985 h 4569985"/>
              <a:gd name="connsiteX3" fmla="*/ 0 w 8767438"/>
              <a:gd name="connsiteY3" fmla="*/ 4569985 h 4569985"/>
              <a:gd name="connsiteX4" fmla="*/ 0 w 8767438"/>
              <a:gd name="connsiteY4" fmla="*/ 0 h 4569985"/>
              <a:gd name="connsiteX0" fmla="*/ 0 w 8767438"/>
              <a:gd name="connsiteY0" fmla="*/ 0 h 4573380"/>
              <a:gd name="connsiteX1" fmla="*/ 6425859 w 8767438"/>
              <a:gd name="connsiteY1" fmla="*/ 34258 h 4573380"/>
              <a:gd name="connsiteX2" fmla="*/ 8767438 w 8767438"/>
              <a:gd name="connsiteY2" fmla="*/ 4569985 h 4573380"/>
              <a:gd name="connsiteX3" fmla="*/ 910478 w 8767438"/>
              <a:gd name="connsiteY3" fmla="*/ 4573380 h 4573380"/>
              <a:gd name="connsiteX4" fmla="*/ 0 w 8767438"/>
              <a:gd name="connsiteY4" fmla="*/ 0 h 4573380"/>
              <a:gd name="connsiteX0" fmla="*/ 0 w 8567417"/>
              <a:gd name="connsiteY0" fmla="*/ 3093543 h 4539122"/>
              <a:gd name="connsiteX1" fmla="*/ 6225838 w 8567417"/>
              <a:gd name="connsiteY1" fmla="*/ 0 h 4539122"/>
              <a:gd name="connsiteX2" fmla="*/ 8567417 w 8567417"/>
              <a:gd name="connsiteY2" fmla="*/ 4535727 h 4539122"/>
              <a:gd name="connsiteX3" fmla="*/ 710457 w 8567417"/>
              <a:gd name="connsiteY3" fmla="*/ 4539122 h 4539122"/>
              <a:gd name="connsiteX4" fmla="*/ 0 w 8567417"/>
              <a:gd name="connsiteY4" fmla="*/ 3093543 h 45391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67417" h="4539122">
                <a:moveTo>
                  <a:pt x="0" y="3093543"/>
                </a:moveTo>
                <a:lnTo>
                  <a:pt x="6225838" y="0"/>
                </a:lnTo>
                <a:lnTo>
                  <a:pt x="8567417" y="4535727"/>
                </a:lnTo>
                <a:lnTo>
                  <a:pt x="710457" y="4539122"/>
                </a:lnTo>
                <a:lnTo>
                  <a:pt x="0" y="3093543"/>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38398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203564-D836-49A1-9EA4-72F3F2CDC9DC}"/>
              </a:ext>
            </a:extLst>
          </p:cNvPr>
          <p:cNvSpPr txBox="1"/>
          <p:nvPr/>
        </p:nvSpPr>
        <p:spPr>
          <a:xfrm>
            <a:off x="8288643" y="2864625"/>
            <a:ext cx="3783435" cy="1477328"/>
          </a:xfrm>
          <a:prstGeom prst="rect">
            <a:avLst/>
          </a:prstGeom>
          <a:noFill/>
        </p:spPr>
        <p:txBody>
          <a:bodyPr wrap="square" rtlCol="0">
            <a:spAutoFit/>
          </a:bodyPr>
          <a:lstStyle/>
          <a:p>
            <a:pPr marL="285750" indent="-285750">
              <a:buFont typeface="Wingdings" panose="05000000000000000000" pitchFamily="2" charset="2"/>
              <a:buChar char="§"/>
            </a:pPr>
            <a:r>
              <a:rPr lang="en-IN" sz="1800" dirty="0">
                <a:solidFill>
                  <a:schemeClr val="bg1"/>
                </a:solidFill>
              </a:rPr>
              <a:t>vector&lt;int&gt; v;</a:t>
            </a:r>
          </a:p>
          <a:p>
            <a:pPr marL="285750" indent="-285750">
              <a:buFont typeface="Wingdings" panose="05000000000000000000" pitchFamily="2" charset="2"/>
              <a:buChar char="§"/>
            </a:pPr>
            <a:endParaRPr lang="en-IN" sz="1800" dirty="0">
              <a:solidFill>
                <a:schemeClr val="bg1"/>
              </a:solidFill>
            </a:endParaRPr>
          </a:p>
          <a:p>
            <a:pPr marL="285750" indent="-285750">
              <a:buFont typeface="Wingdings" panose="05000000000000000000" pitchFamily="2" charset="2"/>
              <a:buChar char="§"/>
            </a:pPr>
            <a:r>
              <a:rPr lang="en-IN" sz="1800" dirty="0">
                <a:solidFill>
                  <a:schemeClr val="bg1"/>
                </a:solidFill>
              </a:rPr>
              <a:t>vector&lt;int&gt; r(5);</a:t>
            </a:r>
          </a:p>
          <a:p>
            <a:pPr marL="285750" indent="-285750">
              <a:buFont typeface="Wingdings" panose="05000000000000000000" pitchFamily="2" charset="2"/>
              <a:buChar char="§"/>
            </a:pPr>
            <a:endParaRPr lang="en-IN" sz="1800" dirty="0">
              <a:solidFill>
                <a:schemeClr val="bg1"/>
              </a:solidFill>
            </a:endParaRPr>
          </a:p>
          <a:p>
            <a:pPr marL="285750" indent="-285750">
              <a:buFont typeface="Wingdings" panose="05000000000000000000" pitchFamily="2" charset="2"/>
              <a:buChar char="§"/>
            </a:pPr>
            <a:r>
              <a:rPr lang="en-IN" sz="1800" dirty="0">
                <a:solidFill>
                  <a:schemeClr val="bg1"/>
                </a:solidFill>
              </a:rPr>
              <a:t>vector&lt;int&gt; t(5,7);</a:t>
            </a:r>
          </a:p>
        </p:txBody>
      </p:sp>
      <p:graphicFrame>
        <p:nvGraphicFramePr>
          <p:cNvPr id="4" name="Table 4">
            <a:extLst>
              <a:ext uri="{FF2B5EF4-FFF2-40B4-BE49-F238E27FC236}">
                <a16:creationId xmlns:a16="http://schemas.microsoft.com/office/drawing/2014/main" id="{DD4C9906-DEF3-4AF0-A5D0-DB2518A724D3}"/>
              </a:ext>
            </a:extLst>
          </p:cNvPr>
          <p:cNvGraphicFramePr>
            <a:graphicFrameLocks noGrp="1"/>
          </p:cNvGraphicFramePr>
          <p:nvPr>
            <p:extLst>
              <p:ext uri="{D42A27DB-BD31-4B8C-83A1-F6EECF244321}">
                <p14:modId xmlns:p14="http://schemas.microsoft.com/office/powerpoint/2010/main" val="4153436358"/>
              </p:ext>
            </p:extLst>
          </p:nvPr>
        </p:nvGraphicFramePr>
        <p:xfrm>
          <a:off x="679508" y="1878272"/>
          <a:ext cx="5352175" cy="370840"/>
        </p:xfrm>
        <a:graphic>
          <a:graphicData uri="http://schemas.openxmlformats.org/drawingml/2006/table">
            <a:tbl>
              <a:tblPr firstRow="1" bandRow="1">
                <a:tableStyleId>{5C22544A-7EE6-4342-B048-85BDC9FD1C3A}</a:tableStyleId>
              </a:tblPr>
              <a:tblGrid>
                <a:gridCol w="1070435">
                  <a:extLst>
                    <a:ext uri="{9D8B030D-6E8A-4147-A177-3AD203B41FA5}">
                      <a16:colId xmlns:a16="http://schemas.microsoft.com/office/drawing/2014/main" val="1378760032"/>
                    </a:ext>
                  </a:extLst>
                </a:gridCol>
                <a:gridCol w="1070435">
                  <a:extLst>
                    <a:ext uri="{9D8B030D-6E8A-4147-A177-3AD203B41FA5}">
                      <a16:colId xmlns:a16="http://schemas.microsoft.com/office/drawing/2014/main" val="931443485"/>
                    </a:ext>
                  </a:extLst>
                </a:gridCol>
                <a:gridCol w="1070435">
                  <a:extLst>
                    <a:ext uri="{9D8B030D-6E8A-4147-A177-3AD203B41FA5}">
                      <a16:colId xmlns:a16="http://schemas.microsoft.com/office/drawing/2014/main" val="66849290"/>
                    </a:ext>
                  </a:extLst>
                </a:gridCol>
                <a:gridCol w="1070435">
                  <a:extLst>
                    <a:ext uri="{9D8B030D-6E8A-4147-A177-3AD203B41FA5}">
                      <a16:colId xmlns:a16="http://schemas.microsoft.com/office/drawing/2014/main" val="1677755210"/>
                    </a:ext>
                  </a:extLst>
                </a:gridCol>
                <a:gridCol w="1070435">
                  <a:extLst>
                    <a:ext uri="{9D8B030D-6E8A-4147-A177-3AD203B41FA5}">
                      <a16:colId xmlns:a16="http://schemas.microsoft.com/office/drawing/2014/main" val="2529383143"/>
                    </a:ext>
                  </a:extLst>
                </a:gridCol>
              </a:tblGrid>
              <a:tr h="370840">
                <a:tc>
                  <a:txBody>
                    <a:bodyPr/>
                    <a:lstStyle/>
                    <a:p>
                      <a:endParaRPr lang="en-IN"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9188710"/>
                  </a:ext>
                </a:extLst>
              </a:tr>
            </a:tbl>
          </a:graphicData>
        </a:graphic>
      </p:graphicFrame>
      <p:graphicFrame>
        <p:nvGraphicFramePr>
          <p:cNvPr id="5" name="Table 4">
            <a:extLst>
              <a:ext uri="{FF2B5EF4-FFF2-40B4-BE49-F238E27FC236}">
                <a16:creationId xmlns:a16="http://schemas.microsoft.com/office/drawing/2014/main" id="{C6B5D33A-19A7-4434-A634-DD80E18CD0D7}"/>
              </a:ext>
            </a:extLst>
          </p:cNvPr>
          <p:cNvGraphicFramePr>
            <a:graphicFrameLocks noGrp="1"/>
          </p:cNvGraphicFramePr>
          <p:nvPr>
            <p:extLst>
              <p:ext uri="{D42A27DB-BD31-4B8C-83A1-F6EECF244321}">
                <p14:modId xmlns:p14="http://schemas.microsoft.com/office/powerpoint/2010/main" val="4060261973"/>
              </p:ext>
            </p:extLst>
          </p:nvPr>
        </p:nvGraphicFramePr>
        <p:xfrm>
          <a:off x="679507" y="3047593"/>
          <a:ext cx="5352175" cy="370840"/>
        </p:xfrm>
        <a:graphic>
          <a:graphicData uri="http://schemas.openxmlformats.org/drawingml/2006/table">
            <a:tbl>
              <a:tblPr firstRow="1" bandRow="1">
                <a:tableStyleId>{5C22544A-7EE6-4342-B048-85BDC9FD1C3A}</a:tableStyleId>
              </a:tblPr>
              <a:tblGrid>
                <a:gridCol w="1070435">
                  <a:extLst>
                    <a:ext uri="{9D8B030D-6E8A-4147-A177-3AD203B41FA5}">
                      <a16:colId xmlns:a16="http://schemas.microsoft.com/office/drawing/2014/main" val="270743234"/>
                    </a:ext>
                  </a:extLst>
                </a:gridCol>
                <a:gridCol w="1070435">
                  <a:extLst>
                    <a:ext uri="{9D8B030D-6E8A-4147-A177-3AD203B41FA5}">
                      <a16:colId xmlns:a16="http://schemas.microsoft.com/office/drawing/2014/main" val="516120792"/>
                    </a:ext>
                  </a:extLst>
                </a:gridCol>
                <a:gridCol w="1070435">
                  <a:extLst>
                    <a:ext uri="{9D8B030D-6E8A-4147-A177-3AD203B41FA5}">
                      <a16:colId xmlns:a16="http://schemas.microsoft.com/office/drawing/2014/main" val="115334712"/>
                    </a:ext>
                  </a:extLst>
                </a:gridCol>
                <a:gridCol w="1070435">
                  <a:extLst>
                    <a:ext uri="{9D8B030D-6E8A-4147-A177-3AD203B41FA5}">
                      <a16:colId xmlns:a16="http://schemas.microsoft.com/office/drawing/2014/main" val="277658042"/>
                    </a:ext>
                  </a:extLst>
                </a:gridCol>
                <a:gridCol w="1070435">
                  <a:extLst>
                    <a:ext uri="{9D8B030D-6E8A-4147-A177-3AD203B41FA5}">
                      <a16:colId xmlns:a16="http://schemas.microsoft.com/office/drawing/2014/main" val="1712843368"/>
                    </a:ext>
                  </a:extLst>
                </a:gridCol>
              </a:tblGrid>
              <a:tr h="370840">
                <a:tc>
                  <a:txBody>
                    <a:bodyPr/>
                    <a:lstStyle/>
                    <a:p>
                      <a:pPr algn="ctr"/>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6921265"/>
                  </a:ext>
                </a:extLst>
              </a:tr>
            </a:tbl>
          </a:graphicData>
        </a:graphic>
      </p:graphicFrame>
      <p:graphicFrame>
        <p:nvGraphicFramePr>
          <p:cNvPr id="6" name="Table 5">
            <a:extLst>
              <a:ext uri="{FF2B5EF4-FFF2-40B4-BE49-F238E27FC236}">
                <a16:creationId xmlns:a16="http://schemas.microsoft.com/office/drawing/2014/main" id="{86629F81-3F8C-4198-AC19-C7495B4F271E}"/>
              </a:ext>
            </a:extLst>
          </p:cNvPr>
          <p:cNvGraphicFramePr>
            <a:graphicFrameLocks noGrp="1"/>
          </p:cNvGraphicFramePr>
          <p:nvPr>
            <p:extLst>
              <p:ext uri="{D42A27DB-BD31-4B8C-83A1-F6EECF244321}">
                <p14:modId xmlns:p14="http://schemas.microsoft.com/office/powerpoint/2010/main" val="2170629722"/>
              </p:ext>
            </p:extLst>
          </p:nvPr>
        </p:nvGraphicFramePr>
        <p:xfrm>
          <a:off x="679507" y="4341953"/>
          <a:ext cx="5352175" cy="370840"/>
        </p:xfrm>
        <a:graphic>
          <a:graphicData uri="http://schemas.openxmlformats.org/drawingml/2006/table">
            <a:tbl>
              <a:tblPr firstRow="1" bandRow="1">
                <a:tableStyleId>{5C22544A-7EE6-4342-B048-85BDC9FD1C3A}</a:tableStyleId>
              </a:tblPr>
              <a:tblGrid>
                <a:gridCol w="1070435">
                  <a:extLst>
                    <a:ext uri="{9D8B030D-6E8A-4147-A177-3AD203B41FA5}">
                      <a16:colId xmlns:a16="http://schemas.microsoft.com/office/drawing/2014/main" val="270743234"/>
                    </a:ext>
                  </a:extLst>
                </a:gridCol>
                <a:gridCol w="1070435">
                  <a:extLst>
                    <a:ext uri="{9D8B030D-6E8A-4147-A177-3AD203B41FA5}">
                      <a16:colId xmlns:a16="http://schemas.microsoft.com/office/drawing/2014/main" val="516120792"/>
                    </a:ext>
                  </a:extLst>
                </a:gridCol>
                <a:gridCol w="1070435">
                  <a:extLst>
                    <a:ext uri="{9D8B030D-6E8A-4147-A177-3AD203B41FA5}">
                      <a16:colId xmlns:a16="http://schemas.microsoft.com/office/drawing/2014/main" val="115334712"/>
                    </a:ext>
                  </a:extLst>
                </a:gridCol>
                <a:gridCol w="1070435">
                  <a:extLst>
                    <a:ext uri="{9D8B030D-6E8A-4147-A177-3AD203B41FA5}">
                      <a16:colId xmlns:a16="http://schemas.microsoft.com/office/drawing/2014/main" val="277658042"/>
                    </a:ext>
                  </a:extLst>
                </a:gridCol>
                <a:gridCol w="1070435">
                  <a:extLst>
                    <a:ext uri="{9D8B030D-6E8A-4147-A177-3AD203B41FA5}">
                      <a16:colId xmlns:a16="http://schemas.microsoft.com/office/drawing/2014/main" val="1712843368"/>
                    </a:ext>
                  </a:extLst>
                </a:gridCol>
              </a:tblGrid>
              <a:tr h="370840">
                <a:tc>
                  <a:txBody>
                    <a:bodyPr/>
                    <a:lstStyle/>
                    <a:p>
                      <a:pPr algn="ctr"/>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6921265"/>
                  </a:ext>
                </a:extLst>
              </a:tr>
            </a:tbl>
          </a:graphicData>
        </a:graphic>
      </p:graphicFrame>
      <p:sp>
        <p:nvSpPr>
          <p:cNvPr id="8" name="Title 1">
            <a:extLst>
              <a:ext uri="{FF2B5EF4-FFF2-40B4-BE49-F238E27FC236}">
                <a16:creationId xmlns:a16="http://schemas.microsoft.com/office/drawing/2014/main" id="{6D6ECE03-F44D-4272-A792-68006FBACF8D}"/>
              </a:ext>
            </a:extLst>
          </p:cNvPr>
          <p:cNvSpPr>
            <a:spLocks noGrp="1"/>
          </p:cNvSpPr>
          <p:nvPr>
            <p:ph type="title"/>
          </p:nvPr>
        </p:nvSpPr>
        <p:spPr>
          <a:xfrm>
            <a:off x="8235835" y="1031611"/>
            <a:ext cx="3889053" cy="1032081"/>
          </a:xfrm>
        </p:spPr>
        <p:txBody>
          <a:bodyPr>
            <a:normAutofit/>
          </a:bodyPr>
          <a:lstStyle/>
          <a:p>
            <a:r>
              <a:rPr lang="en-IN" sz="3200" dirty="0"/>
              <a:t>Vector Basics</a:t>
            </a:r>
          </a:p>
        </p:txBody>
      </p:sp>
    </p:spTree>
    <p:extLst>
      <p:ext uri="{BB962C8B-B14F-4D97-AF65-F5344CB8AC3E}">
        <p14:creationId xmlns:p14="http://schemas.microsoft.com/office/powerpoint/2010/main" val="3821038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C17E9-3656-45AC-8368-501705235785}"/>
              </a:ext>
            </a:extLst>
          </p:cNvPr>
          <p:cNvSpPr>
            <a:spLocks noGrp="1"/>
          </p:cNvSpPr>
          <p:nvPr>
            <p:ph type="title"/>
          </p:nvPr>
        </p:nvSpPr>
        <p:spPr>
          <a:xfrm>
            <a:off x="8235835" y="1031611"/>
            <a:ext cx="3889053" cy="1032081"/>
          </a:xfrm>
        </p:spPr>
        <p:txBody>
          <a:bodyPr>
            <a:normAutofit/>
          </a:bodyPr>
          <a:lstStyle/>
          <a:p>
            <a:r>
              <a:rPr lang="en-IN" sz="3200" dirty="0"/>
              <a:t>Vector Basics</a:t>
            </a:r>
          </a:p>
        </p:txBody>
      </p:sp>
      <p:sp>
        <p:nvSpPr>
          <p:cNvPr id="3" name="TextBox 2">
            <a:extLst>
              <a:ext uri="{FF2B5EF4-FFF2-40B4-BE49-F238E27FC236}">
                <a16:creationId xmlns:a16="http://schemas.microsoft.com/office/drawing/2014/main" id="{60203564-D836-49A1-9EA4-72F3F2CDC9DC}"/>
              </a:ext>
            </a:extLst>
          </p:cNvPr>
          <p:cNvSpPr txBox="1"/>
          <p:nvPr/>
        </p:nvSpPr>
        <p:spPr>
          <a:xfrm>
            <a:off x="8137641" y="2461953"/>
            <a:ext cx="3783435" cy="2862322"/>
          </a:xfrm>
          <a:prstGeom prst="rect">
            <a:avLst/>
          </a:prstGeom>
          <a:noFill/>
        </p:spPr>
        <p:txBody>
          <a:bodyPr wrap="square" rtlCol="0">
            <a:spAutoFit/>
          </a:bodyPr>
          <a:lstStyle/>
          <a:p>
            <a:pPr marL="285750" indent="-285750">
              <a:buFont typeface="Wingdings" panose="05000000000000000000" pitchFamily="2" charset="2"/>
              <a:buChar char="§"/>
            </a:pPr>
            <a:r>
              <a:rPr lang="en-IN" sz="1800" dirty="0">
                <a:solidFill>
                  <a:schemeClr val="bg1"/>
                </a:solidFill>
              </a:rPr>
              <a:t>vector&lt;int&gt; v;</a:t>
            </a:r>
          </a:p>
          <a:p>
            <a:pPr marL="742950" lvl="1" indent="-285750">
              <a:buFont typeface="Wingdings" panose="05000000000000000000" pitchFamily="2" charset="2"/>
              <a:buChar char="§"/>
            </a:pPr>
            <a:r>
              <a:rPr lang="en-IN" dirty="0" err="1">
                <a:solidFill>
                  <a:schemeClr val="bg1"/>
                </a:solidFill>
              </a:rPr>
              <a:t>v.pushback</a:t>
            </a:r>
            <a:r>
              <a:rPr lang="en-IN" dirty="0">
                <a:solidFill>
                  <a:schemeClr val="bg1"/>
                </a:solidFill>
              </a:rPr>
              <a:t>(10);</a:t>
            </a:r>
            <a:endParaRPr lang="en-IN" sz="1800" dirty="0">
              <a:solidFill>
                <a:schemeClr val="bg1"/>
              </a:solidFill>
            </a:endParaRPr>
          </a:p>
          <a:p>
            <a:pPr marL="742950" lvl="1" indent="-285750">
              <a:buFont typeface="Wingdings" panose="05000000000000000000" pitchFamily="2" charset="2"/>
              <a:buChar char="§"/>
            </a:pPr>
            <a:endParaRPr lang="en-IN" dirty="0">
              <a:solidFill>
                <a:schemeClr val="bg1"/>
              </a:solidFill>
            </a:endParaRPr>
          </a:p>
          <a:p>
            <a:pPr marL="285750" indent="-285750">
              <a:buFont typeface="Wingdings" panose="05000000000000000000" pitchFamily="2" charset="2"/>
              <a:buChar char="§"/>
            </a:pPr>
            <a:r>
              <a:rPr lang="en-IN" sz="1800" dirty="0">
                <a:solidFill>
                  <a:schemeClr val="bg1"/>
                </a:solidFill>
              </a:rPr>
              <a:t>vector&lt;int&gt; r(5);</a:t>
            </a:r>
          </a:p>
          <a:p>
            <a:pPr marL="742950" lvl="1" indent="-285750">
              <a:buFont typeface="Wingdings" panose="05000000000000000000" pitchFamily="2" charset="2"/>
              <a:buChar char="§"/>
            </a:pPr>
            <a:r>
              <a:rPr lang="en-IN" dirty="0" err="1">
                <a:solidFill>
                  <a:schemeClr val="bg1"/>
                </a:solidFill>
              </a:rPr>
              <a:t>r.pushback</a:t>
            </a:r>
            <a:r>
              <a:rPr lang="en-IN" dirty="0">
                <a:solidFill>
                  <a:schemeClr val="bg1"/>
                </a:solidFill>
              </a:rPr>
              <a:t>(10);</a:t>
            </a:r>
          </a:p>
          <a:p>
            <a:pPr marL="285750" indent="-285750">
              <a:buFont typeface="Wingdings" panose="05000000000000000000" pitchFamily="2" charset="2"/>
              <a:buChar char="§"/>
            </a:pPr>
            <a:endParaRPr lang="en-IN" dirty="0">
              <a:solidFill>
                <a:schemeClr val="bg1"/>
              </a:solidFill>
            </a:endParaRPr>
          </a:p>
          <a:p>
            <a:pPr marL="285750" indent="-285750">
              <a:buFont typeface="Wingdings" panose="05000000000000000000" pitchFamily="2" charset="2"/>
              <a:buChar char="§"/>
            </a:pPr>
            <a:endParaRPr lang="en-IN" sz="1800" dirty="0">
              <a:solidFill>
                <a:schemeClr val="bg1"/>
              </a:solidFill>
            </a:endParaRPr>
          </a:p>
          <a:p>
            <a:pPr marL="285750" indent="-285750">
              <a:buFont typeface="Wingdings" panose="05000000000000000000" pitchFamily="2" charset="2"/>
              <a:buChar char="§"/>
            </a:pPr>
            <a:r>
              <a:rPr lang="en-IN" sz="1800" dirty="0">
                <a:solidFill>
                  <a:schemeClr val="bg1"/>
                </a:solidFill>
              </a:rPr>
              <a:t>vector&lt;int&gt; t(5,7);</a:t>
            </a:r>
          </a:p>
          <a:p>
            <a:pPr marL="742950" lvl="1" indent="-285750">
              <a:buFont typeface="Wingdings" panose="05000000000000000000" pitchFamily="2" charset="2"/>
              <a:buChar char="§"/>
            </a:pPr>
            <a:r>
              <a:rPr lang="en-IN" dirty="0" err="1">
                <a:solidFill>
                  <a:schemeClr val="bg1"/>
                </a:solidFill>
              </a:rPr>
              <a:t>t.pushback</a:t>
            </a:r>
            <a:r>
              <a:rPr lang="en-IN" dirty="0">
                <a:solidFill>
                  <a:schemeClr val="bg1"/>
                </a:solidFill>
              </a:rPr>
              <a:t>(10);</a:t>
            </a:r>
          </a:p>
          <a:p>
            <a:pPr marL="285750" indent="-285750">
              <a:buFont typeface="Wingdings" panose="05000000000000000000" pitchFamily="2" charset="2"/>
              <a:buChar char="§"/>
            </a:pPr>
            <a:endParaRPr lang="en-IN" sz="1800" dirty="0">
              <a:solidFill>
                <a:schemeClr val="bg1"/>
              </a:solidFill>
            </a:endParaRPr>
          </a:p>
        </p:txBody>
      </p:sp>
      <p:graphicFrame>
        <p:nvGraphicFramePr>
          <p:cNvPr id="4" name="Table 4">
            <a:extLst>
              <a:ext uri="{FF2B5EF4-FFF2-40B4-BE49-F238E27FC236}">
                <a16:creationId xmlns:a16="http://schemas.microsoft.com/office/drawing/2014/main" id="{DD4C9906-DEF3-4AF0-A5D0-DB2518A724D3}"/>
              </a:ext>
            </a:extLst>
          </p:cNvPr>
          <p:cNvGraphicFramePr>
            <a:graphicFrameLocks noGrp="1"/>
          </p:cNvGraphicFramePr>
          <p:nvPr>
            <p:extLst>
              <p:ext uri="{D42A27DB-BD31-4B8C-83A1-F6EECF244321}">
                <p14:modId xmlns:p14="http://schemas.microsoft.com/office/powerpoint/2010/main" val="2156603809"/>
              </p:ext>
            </p:extLst>
          </p:nvPr>
        </p:nvGraphicFramePr>
        <p:xfrm>
          <a:off x="679508" y="1878272"/>
          <a:ext cx="5352175" cy="370840"/>
        </p:xfrm>
        <a:graphic>
          <a:graphicData uri="http://schemas.openxmlformats.org/drawingml/2006/table">
            <a:tbl>
              <a:tblPr firstRow="1" bandRow="1">
                <a:tableStyleId>{5C22544A-7EE6-4342-B048-85BDC9FD1C3A}</a:tableStyleId>
              </a:tblPr>
              <a:tblGrid>
                <a:gridCol w="1070435">
                  <a:extLst>
                    <a:ext uri="{9D8B030D-6E8A-4147-A177-3AD203B41FA5}">
                      <a16:colId xmlns:a16="http://schemas.microsoft.com/office/drawing/2014/main" val="1378760032"/>
                    </a:ext>
                  </a:extLst>
                </a:gridCol>
                <a:gridCol w="1070435">
                  <a:extLst>
                    <a:ext uri="{9D8B030D-6E8A-4147-A177-3AD203B41FA5}">
                      <a16:colId xmlns:a16="http://schemas.microsoft.com/office/drawing/2014/main" val="931443485"/>
                    </a:ext>
                  </a:extLst>
                </a:gridCol>
                <a:gridCol w="1070435">
                  <a:extLst>
                    <a:ext uri="{9D8B030D-6E8A-4147-A177-3AD203B41FA5}">
                      <a16:colId xmlns:a16="http://schemas.microsoft.com/office/drawing/2014/main" val="66849290"/>
                    </a:ext>
                  </a:extLst>
                </a:gridCol>
                <a:gridCol w="1070435">
                  <a:extLst>
                    <a:ext uri="{9D8B030D-6E8A-4147-A177-3AD203B41FA5}">
                      <a16:colId xmlns:a16="http://schemas.microsoft.com/office/drawing/2014/main" val="1677755210"/>
                    </a:ext>
                  </a:extLst>
                </a:gridCol>
                <a:gridCol w="1070435">
                  <a:extLst>
                    <a:ext uri="{9D8B030D-6E8A-4147-A177-3AD203B41FA5}">
                      <a16:colId xmlns:a16="http://schemas.microsoft.com/office/drawing/2014/main" val="2529383143"/>
                    </a:ext>
                  </a:extLst>
                </a:gridCol>
              </a:tblGrid>
              <a:tr h="370840">
                <a:tc>
                  <a:txBody>
                    <a:bodyPr/>
                    <a:lstStyle/>
                    <a:p>
                      <a:endParaRPr lang="en-IN"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9188710"/>
                  </a:ext>
                </a:extLst>
              </a:tr>
            </a:tbl>
          </a:graphicData>
        </a:graphic>
      </p:graphicFrame>
      <p:graphicFrame>
        <p:nvGraphicFramePr>
          <p:cNvPr id="5" name="Table 4">
            <a:extLst>
              <a:ext uri="{FF2B5EF4-FFF2-40B4-BE49-F238E27FC236}">
                <a16:creationId xmlns:a16="http://schemas.microsoft.com/office/drawing/2014/main" id="{C6B5D33A-19A7-4434-A634-DD80E18CD0D7}"/>
              </a:ext>
            </a:extLst>
          </p:cNvPr>
          <p:cNvGraphicFramePr>
            <a:graphicFrameLocks noGrp="1"/>
          </p:cNvGraphicFramePr>
          <p:nvPr>
            <p:extLst>
              <p:ext uri="{D42A27DB-BD31-4B8C-83A1-F6EECF244321}">
                <p14:modId xmlns:p14="http://schemas.microsoft.com/office/powerpoint/2010/main" val="676608113"/>
              </p:ext>
            </p:extLst>
          </p:nvPr>
        </p:nvGraphicFramePr>
        <p:xfrm>
          <a:off x="679507" y="3047593"/>
          <a:ext cx="5352174" cy="370840"/>
        </p:xfrm>
        <a:graphic>
          <a:graphicData uri="http://schemas.openxmlformats.org/drawingml/2006/table">
            <a:tbl>
              <a:tblPr firstRow="1" bandRow="1">
                <a:tableStyleId>{5C22544A-7EE6-4342-B048-85BDC9FD1C3A}</a:tableStyleId>
              </a:tblPr>
              <a:tblGrid>
                <a:gridCol w="892029">
                  <a:extLst>
                    <a:ext uri="{9D8B030D-6E8A-4147-A177-3AD203B41FA5}">
                      <a16:colId xmlns:a16="http://schemas.microsoft.com/office/drawing/2014/main" val="270743234"/>
                    </a:ext>
                  </a:extLst>
                </a:gridCol>
                <a:gridCol w="892029">
                  <a:extLst>
                    <a:ext uri="{9D8B030D-6E8A-4147-A177-3AD203B41FA5}">
                      <a16:colId xmlns:a16="http://schemas.microsoft.com/office/drawing/2014/main" val="516120792"/>
                    </a:ext>
                  </a:extLst>
                </a:gridCol>
                <a:gridCol w="892029">
                  <a:extLst>
                    <a:ext uri="{9D8B030D-6E8A-4147-A177-3AD203B41FA5}">
                      <a16:colId xmlns:a16="http://schemas.microsoft.com/office/drawing/2014/main" val="115334712"/>
                    </a:ext>
                  </a:extLst>
                </a:gridCol>
                <a:gridCol w="892029">
                  <a:extLst>
                    <a:ext uri="{9D8B030D-6E8A-4147-A177-3AD203B41FA5}">
                      <a16:colId xmlns:a16="http://schemas.microsoft.com/office/drawing/2014/main" val="277658042"/>
                    </a:ext>
                  </a:extLst>
                </a:gridCol>
                <a:gridCol w="892029">
                  <a:extLst>
                    <a:ext uri="{9D8B030D-6E8A-4147-A177-3AD203B41FA5}">
                      <a16:colId xmlns:a16="http://schemas.microsoft.com/office/drawing/2014/main" val="1712843368"/>
                    </a:ext>
                  </a:extLst>
                </a:gridCol>
                <a:gridCol w="892029">
                  <a:extLst>
                    <a:ext uri="{9D8B030D-6E8A-4147-A177-3AD203B41FA5}">
                      <a16:colId xmlns:a16="http://schemas.microsoft.com/office/drawing/2014/main" val="3334086140"/>
                    </a:ext>
                  </a:extLst>
                </a:gridCol>
              </a:tblGrid>
              <a:tr h="370840">
                <a:tc>
                  <a:txBody>
                    <a:bodyPr/>
                    <a:lstStyle/>
                    <a:p>
                      <a:pPr algn="ctr"/>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6921265"/>
                  </a:ext>
                </a:extLst>
              </a:tr>
            </a:tbl>
          </a:graphicData>
        </a:graphic>
      </p:graphicFrame>
      <p:graphicFrame>
        <p:nvGraphicFramePr>
          <p:cNvPr id="6" name="Table 5">
            <a:extLst>
              <a:ext uri="{FF2B5EF4-FFF2-40B4-BE49-F238E27FC236}">
                <a16:creationId xmlns:a16="http://schemas.microsoft.com/office/drawing/2014/main" id="{86629F81-3F8C-4198-AC19-C7495B4F271E}"/>
              </a:ext>
            </a:extLst>
          </p:cNvPr>
          <p:cNvGraphicFramePr>
            <a:graphicFrameLocks noGrp="1"/>
          </p:cNvGraphicFramePr>
          <p:nvPr>
            <p:extLst>
              <p:ext uri="{D42A27DB-BD31-4B8C-83A1-F6EECF244321}">
                <p14:modId xmlns:p14="http://schemas.microsoft.com/office/powerpoint/2010/main" val="2179251097"/>
              </p:ext>
            </p:extLst>
          </p:nvPr>
        </p:nvGraphicFramePr>
        <p:xfrm>
          <a:off x="679507" y="4341953"/>
          <a:ext cx="5352174" cy="370840"/>
        </p:xfrm>
        <a:graphic>
          <a:graphicData uri="http://schemas.openxmlformats.org/drawingml/2006/table">
            <a:tbl>
              <a:tblPr firstRow="1" bandRow="1">
                <a:tableStyleId>{5C22544A-7EE6-4342-B048-85BDC9FD1C3A}</a:tableStyleId>
              </a:tblPr>
              <a:tblGrid>
                <a:gridCol w="892029">
                  <a:extLst>
                    <a:ext uri="{9D8B030D-6E8A-4147-A177-3AD203B41FA5}">
                      <a16:colId xmlns:a16="http://schemas.microsoft.com/office/drawing/2014/main" val="270743234"/>
                    </a:ext>
                  </a:extLst>
                </a:gridCol>
                <a:gridCol w="892029">
                  <a:extLst>
                    <a:ext uri="{9D8B030D-6E8A-4147-A177-3AD203B41FA5}">
                      <a16:colId xmlns:a16="http://schemas.microsoft.com/office/drawing/2014/main" val="516120792"/>
                    </a:ext>
                  </a:extLst>
                </a:gridCol>
                <a:gridCol w="892029">
                  <a:extLst>
                    <a:ext uri="{9D8B030D-6E8A-4147-A177-3AD203B41FA5}">
                      <a16:colId xmlns:a16="http://schemas.microsoft.com/office/drawing/2014/main" val="115334712"/>
                    </a:ext>
                  </a:extLst>
                </a:gridCol>
                <a:gridCol w="892029">
                  <a:extLst>
                    <a:ext uri="{9D8B030D-6E8A-4147-A177-3AD203B41FA5}">
                      <a16:colId xmlns:a16="http://schemas.microsoft.com/office/drawing/2014/main" val="277658042"/>
                    </a:ext>
                  </a:extLst>
                </a:gridCol>
                <a:gridCol w="892029">
                  <a:extLst>
                    <a:ext uri="{9D8B030D-6E8A-4147-A177-3AD203B41FA5}">
                      <a16:colId xmlns:a16="http://schemas.microsoft.com/office/drawing/2014/main" val="1712843368"/>
                    </a:ext>
                  </a:extLst>
                </a:gridCol>
                <a:gridCol w="892029">
                  <a:extLst>
                    <a:ext uri="{9D8B030D-6E8A-4147-A177-3AD203B41FA5}">
                      <a16:colId xmlns:a16="http://schemas.microsoft.com/office/drawing/2014/main" val="3777482695"/>
                    </a:ext>
                  </a:extLst>
                </a:gridCol>
              </a:tblGrid>
              <a:tr h="370840">
                <a:tc>
                  <a:txBody>
                    <a:bodyPr/>
                    <a:lstStyle/>
                    <a:p>
                      <a:pPr algn="ctr"/>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6921265"/>
                  </a:ext>
                </a:extLst>
              </a:tr>
            </a:tbl>
          </a:graphicData>
        </a:graphic>
      </p:graphicFrame>
    </p:spTree>
    <p:extLst>
      <p:ext uri="{BB962C8B-B14F-4D97-AF65-F5344CB8AC3E}">
        <p14:creationId xmlns:p14="http://schemas.microsoft.com/office/powerpoint/2010/main" val="178963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C17E9-3656-45AC-8368-501705235785}"/>
              </a:ext>
            </a:extLst>
          </p:cNvPr>
          <p:cNvSpPr>
            <a:spLocks noGrp="1"/>
          </p:cNvSpPr>
          <p:nvPr>
            <p:ph type="title"/>
          </p:nvPr>
        </p:nvSpPr>
        <p:spPr>
          <a:xfrm>
            <a:off x="8235835" y="1031611"/>
            <a:ext cx="3889053" cy="1032081"/>
          </a:xfrm>
        </p:spPr>
        <p:txBody>
          <a:bodyPr>
            <a:normAutofit/>
          </a:bodyPr>
          <a:lstStyle/>
          <a:p>
            <a:r>
              <a:rPr lang="en-IN" sz="3200" dirty="0"/>
              <a:t>Vector Basics</a:t>
            </a:r>
          </a:p>
        </p:txBody>
      </p:sp>
      <p:sp>
        <p:nvSpPr>
          <p:cNvPr id="3" name="TextBox 2">
            <a:extLst>
              <a:ext uri="{FF2B5EF4-FFF2-40B4-BE49-F238E27FC236}">
                <a16:creationId xmlns:a16="http://schemas.microsoft.com/office/drawing/2014/main" id="{60203564-D836-49A1-9EA4-72F3F2CDC9DC}"/>
              </a:ext>
            </a:extLst>
          </p:cNvPr>
          <p:cNvSpPr txBox="1"/>
          <p:nvPr/>
        </p:nvSpPr>
        <p:spPr>
          <a:xfrm>
            <a:off x="8137641" y="2461953"/>
            <a:ext cx="3783435" cy="3416320"/>
          </a:xfrm>
          <a:prstGeom prst="rect">
            <a:avLst/>
          </a:prstGeom>
          <a:noFill/>
        </p:spPr>
        <p:txBody>
          <a:bodyPr wrap="square" rtlCol="0">
            <a:spAutoFit/>
          </a:bodyPr>
          <a:lstStyle/>
          <a:p>
            <a:pPr marL="285750" indent="-285750">
              <a:buFont typeface="Wingdings" panose="05000000000000000000" pitchFamily="2" charset="2"/>
              <a:buChar char="§"/>
            </a:pPr>
            <a:r>
              <a:rPr lang="en-IN" sz="1800" dirty="0">
                <a:solidFill>
                  <a:schemeClr val="bg1"/>
                </a:solidFill>
              </a:rPr>
              <a:t>vector&lt;int&gt; v;</a:t>
            </a:r>
          </a:p>
          <a:p>
            <a:pPr marL="742950" lvl="1" indent="-285750">
              <a:buFont typeface="Wingdings" panose="05000000000000000000" pitchFamily="2" charset="2"/>
              <a:buChar char="§"/>
            </a:pPr>
            <a:r>
              <a:rPr lang="en-IN" dirty="0" err="1">
                <a:solidFill>
                  <a:schemeClr val="bg1"/>
                </a:solidFill>
              </a:rPr>
              <a:t>v.pushback</a:t>
            </a:r>
            <a:r>
              <a:rPr lang="en-IN" dirty="0">
                <a:solidFill>
                  <a:schemeClr val="bg1"/>
                </a:solidFill>
              </a:rPr>
              <a:t>(10);</a:t>
            </a:r>
          </a:p>
          <a:p>
            <a:pPr marL="742950" lvl="1" indent="-285750">
              <a:buFont typeface="Wingdings" panose="05000000000000000000" pitchFamily="2" charset="2"/>
              <a:buChar char="§"/>
            </a:pPr>
            <a:r>
              <a:rPr lang="en-IN" dirty="0">
                <a:solidFill>
                  <a:schemeClr val="bg1"/>
                </a:solidFill>
              </a:rPr>
              <a:t>v. </a:t>
            </a:r>
            <a:r>
              <a:rPr lang="en-IN" dirty="0" err="1">
                <a:solidFill>
                  <a:schemeClr val="bg1"/>
                </a:solidFill>
              </a:rPr>
              <a:t>popback</a:t>
            </a:r>
            <a:r>
              <a:rPr lang="en-IN" dirty="0">
                <a:solidFill>
                  <a:schemeClr val="bg1"/>
                </a:solidFill>
              </a:rPr>
              <a:t>();</a:t>
            </a:r>
            <a:endParaRPr lang="en-IN" sz="1800" dirty="0">
              <a:solidFill>
                <a:schemeClr val="bg1"/>
              </a:solidFill>
            </a:endParaRPr>
          </a:p>
          <a:p>
            <a:pPr lvl="1"/>
            <a:endParaRPr lang="en-IN" dirty="0">
              <a:solidFill>
                <a:schemeClr val="bg1"/>
              </a:solidFill>
            </a:endParaRPr>
          </a:p>
          <a:p>
            <a:pPr marL="285750" indent="-285750">
              <a:buFont typeface="Wingdings" panose="05000000000000000000" pitchFamily="2" charset="2"/>
              <a:buChar char="§"/>
            </a:pPr>
            <a:r>
              <a:rPr lang="en-IN" sz="1800" dirty="0">
                <a:solidFill>
                  <a:schemeClr val="bg1"/>
                </a:solidFill>
              </a:rPr>
              <a:t>vector&lt;int&gt; r(5);</a:t>
            </a:r>
          </a:p>
          <a:p>
            <a:pPr marL="742950" lvl="1" indent="-285750">
              <a:buFont typeface="Wingdings" panose="05000000000000000000" pitchFamily="2" charset="2"/>
              <a:buChar char="§"/>
            </a:pPr>
            <a:r>
              <a:rPr lang="en-IN" dirty="0" err="1">
                <a:solidFill>
                  <a:schemeClr val="bg1"/>
                </a:solidFill>
              </a:rPr>
              <a:t>r.pushback</a:t>
            </a:r>
            <a:r>
              <a:rPr lang="en-IN" dirty="0">
                <a:solidFill>
                  <a:schemeClr val="bg1"/>
                </a:solidFill>
              </a:rPr>
              <a:t>(10);</a:t>
            </a:r>
          </a:p>
          <a:p>
            <a:pPr marL="742950" lvl="1" indent="-285750">
              <a:buFont typeface="Wingdings" panose="05000000000000000000" pitchFamily="2" charset="2"/>
              <a:buChar char="§"/>
            </a:pPr>
            <a:r>
              <a:rPr lang="en-IN" dirty="0" err="1">
                <a:solidFill>
                  <a:schemeClr val="bg1"/>
                </a:solidFill>
              </a:rPr>
              <a:t>v.popback</a:t>
            </a:r>
            <a:r>
              <a:rPr lang="en-IN" dirty="0">
                <a:solidFill>
                  <a:schemeClr val="bg1"/>
                </a:solidFill>
              </a:rPr>
              <a:t>();</a:t>
            </a:r>
          </a:p>
          <a:p>
            <a:pPr marL="285750" indent="-285750">
              <a:buFont typeface="Wingdings" panose="05000000000000000000" pitchFamily="2" charset="2"/>
              <a:buChar char="§"/>
            </a:pPr>
            <a:endParaRPr lang="en-IN" sz="1800" dirty="0">
              <a:solidFill>
                <a:schemeClr val="bg1"/>
              </a:solidFill>
            </a:endParaRPr>
          </a:p>
          <a:p>
            <a:pPr marL="285750" indent="-285750">
              <a:buFont typeface="Wingdings" panose="05000000000000000000" pitchFamily="2" charset="2"/>
              <a:buChar char="§"/>
            </a:pPr>
            <a:r>
              <a:rPr lang="en-IN" sz="1800" dirty="0">
                <a:solidFill>
                  <a:schemeClr val="bg1"/>
                </a:solidFill>
              </a:rPr>
              <a:t>vector&lt;int&gt; t(5,7);</a:t>
            </a:r>
          </a:p>
          <a:p>
            <a:pPr marL="742950" lvl="1" indent="-285750">
              <a:buFont typeface="Wingdings" panose="05000000000000000000" pitchFamily="2" charset="2"/>
              <a:buChar char="§"/>
            </a:pPr>
            <a:r>
              <a:rPr lang="en-IN" dirty="0" err="1">
                <a:solidFill>
                  <a:schemeClr val="bg1"/>
                </a:solidFill>
              </a:rPr>
              <a:t>t.pushback</a:t>
            </a:r>
            <a:r>
              <a:rPr lang="en-IN" dirty="0">
                <a:solidFill>
                  <a:schemeClr val="bg1"/>
                </a:solidFill>
              </a:rPr>
              <a:t>(10);</a:t>
            </a:r>
          </a:p>
          <a:p>
            <a:pPr marL="742950" lvl="1" indent="-285750">
              <a:buFont typeface="Wingdings" panose="05000000000000000000" pitchFamily="2" charset="2"/>
              <a:buChar char="§"/>
            </a:pPr>
            <a:r>
              <a:rPr lang="en-IN" dirty="0" err="1">
                <a:solidFill>
                  <a:schemeClr val="bg1"/>
                </a:solidFill>
              </a:rPr>
              <a:t>v.popback</a:t>
            </a:r>
            <a:r>
              <a:rPr lang="en-IN" dirty="0">
                <a:solidFill>
                  <a:schemeClr val="bg1"/>
                </a:solidFill>
              </a:rPr>
              <a:t>();</a:t>
            </a:r>
          </a:p>
          <a:p>
            <a:pPr marL="285750" indent="-285750">
              <a:buFont typeface="Wingdings" panose="05000000000000000000" pitchFamily="2" charset="2"/>
              <a:buChar char="§"/>
            </a:pPr>
            <a:endParaRPr lang="en-IN" sz="1800" dirty="0">
              <a:solidFill>
                <a:schemeClr val="bg1"/>
              </a:solidFill>
            </a:endParaRPr>
          </a:p>
        </p:txBody>
      </p:sp>
      <p:graphicFrame>
        <p:nvGraphicFramePr>
          <p:cNvPr id="4" name="Table 4">
            <a:extLst>
              <a:ext uri="{FF2B5EF4-FFF2-40B4-BE49-F238E27FC236}">
                <a16:creationId xmlns:a16="http://schemas.microsoft.com/office/drawing/2014/main" id="{DD4C9906-DEF3-4AF0-A5D0-DB2518A724D3}"/>
              </a:ext>
            </a:extLst>
          </p:cNvPr>
          <p:cNvGraphicFramePr>
            <a:graphicFrameLocks noGrp="1"/>
          </p:cNvGraphicFramePr>
          <p:nvPr>
            <p:extLst>
              <p:ext uri="{D42A27DB-BD31-4B8C-83A1-F6EECF244321}">
                <p14:modId xmlns:p14="http://schemas.microsoft.com/office/powerpoint/2010/main" val="2889678836"/>
              </p:ext>
            </p:extLst>
          </p:nvPr>
        </p:nvGraphicFramePr>
        <p:xfrm>
          <a:off x="679508" y="1878272"/>
          <a:ext cx="5352175" cy="370840"/>
        </p:xfrm>
        <a:graphic>
          <a:graphicData uri="http://schemas.openxmlformats.org/drawingml/2006/table">
            <a:tbl>
              <a:tblPr firstRow="1" bandRow="1">
                <a:tableStyleId>{5C22544A-7EE6-4342-B048-85BDC9FD1C3A}</a:tableStyleId>
              </a:tblPr>
              <a:tblGrid>
                <a:gridCol w="1070435">
                  <a:extLst>
                    <a:ext uri="{9D8B030D-6E8A-4147-A177-3AD203B41FA5}">
                      <a16:colId xmlns:a16="http://schemas.microsoft.com/office/drawing/2014/main" val="1378760032"/>
                    </a:ext>
                  </a:extLst>
                </a:gridCol>
                <a:gridCol w="1070435">
                  <a:extLst>
                    <a:ext uri="{9D8B030D-6E8A-4147-A177-3AD203B41FA5}">
                      <a16:colId xmlns:a16="http://schemas.microsoft.com/office/drawing/2014/main" val="931443485"/>
                    </a:ext>
                  </a:extLst>
                </a:gridCol>
                <a:gridCol w="1070435">
                  <a:extLst>
                    <a:ext uri="{9D8B030D-6E8A-4147-A177-3AD203B41FA5}">
                      <a16:colId xmlns:a16="http://schemas.microsoft.com/office/drawing/2014/main" val="66849290"/>
                    </a:ext>
                  </a:extLst>
                </a:gridCol>
                <a:gridCol w="1070435">
                  <a:extLst>
                    <a:ext uri="{9D8B030D-6E8A-4147-A177-3AD203B41FA5}">
                      <a16:colId xmlns:a16="http://schemas.microsoft.com/office/drawing/2014/main" val="1677755210"/>
                    </a:ext>
                  </a:extLst>
                </a:gridCol>
                <a:gridCol w="1070435">
                  <a:extLst>
                    <a:ext uri="{9D8B030D-6E8A-4147-A177-3AD203B41FA5}">
                      <a16:colId xmlns:a16="http://schemas.microsoft.com/office/drawing/2014/main" val="2529383143"/>
                    </a:ext>
                  </a:extLst>
                </a:gridCol>
              </a:tblGrid>
              <a:tr h="370840">
                <a:tc>
                  <a:txBody>
                    <a:bodyPr/>
                    <a:lstStyle/>
                    <a:p>
                      <a:endParaRPr lang="en-IN"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9188710"/>
                  </a:ext>
                </a:extLst>
              </a:tr>
            </a:tbl>
          </a:graphicData>
        </a:graphic>
      </p:graphicFrame>
      <p:graphicFrame>
        <p:nvGraphicFramePr>
          <p:cNvPr id="5" name="Table 4">
            <a:extLst>
              <a:ext uri="{FF2B5EF4-FFF2-40B4-BE49-F238E27FC236}">
                <a16:creationId xmlns:a16="http://schemas.microsoft.com/office/drawing/2014/main" id="{C6B5D33A-19A7-4434-A634-DD80E18CD0D7}"/>
              </a:ext>
            </a:extLst>
          </p:cNvPr>
          <p:cNvGraphicFramePr>
            <a:graphicFrameLocks noGrp="1"/>
          </p:cNvGraphicFramePr>
          <p:nvPr>
            <p:extLst>
              <p:ext uri="{D42A27DB-BD31-4B8C-83A1-F6EECF244321}">
                <p14:modId xmlns:p14="http://schemas.microsoft.com/office/powerpoint/2010/main" val="3817718698"/>
              </p:ext>
            </p:extLst>
          </p:nvPr>
        </p:nvGraphicFramePr>
        <p:xfrm>
          <a:off x="679507" y="3047593"/>
          <a:ext cx="5352174" cy="370840"/>
        </p:xfrm>
        <a:graphic>
          <a:graphicData uri="http://schemas.openxmlformats.org/drawingml/2006/table">
            <a:tbl>
              <a:tblPr firstRow="1" bandRow="1">
                <a:tableStyleId>{5C22544A-7EE6-4342-B048-85BDC9FD1C3A}</a:tableStyleId>
              </a:tblPr>
              <a:tblGrid>
                <a:gridCol w="892029">
                  <a:extLst>
                    <a:ext uri="{9D8B030D-6E8A-4147-A177-3AD203B41FA5}">
                      <a16:colId xmlns:a16="http://schemas.microsoft.com/office/drawing/2014/main" val="270743234"/>
                    </a:ext>
                  </a:extLst>
                </a:gridCol>
                <a:gridCol w="892029">
                  <a:extLst>
                    <a:ext uri="{9D8B030D-6E8A-4147-A177-3AD203B41FA5}">
                      <a16:colId xmlns:a16="http://schemas.microsoft.com/office/drawing/2014/main" val="516120792"/>
                    </a:ext>
                  </a:extLst>
                </a:gridCol>
                <a:gridCol w="892029">
                  <a:extLst>
                    <a:ext uri="{9D8B030D-6E8A-4147-A177-3AD203B41FA5}">
                      <a16:colId xmlns:a16="http://schemas.microsoft.com/office/drawing/2014/main" val="115334712"/>
                    </a:ext>
                  </a:extLst>
                </a:gridCol>
                <a:gridCol w="892029">
                  <a:extLst>
                    <a:ext uri="{9D8B030D-6E8A-4147-A177-3AD203B41FA5}">
                      <a16:colId xmlns:a16="http://schemas.microsoft.com/office/drawing/2014/main" val="277658042"/>
                    </a:ext>
                  </a:extLst>
                </a:gridCol>
                <a:gridCol w="892029">
                  <a:extLst>
                    <a:ext uri="{9D8B030D-6E8A-4147-A177-3AD203B41FA5}">
                      <a16:colId xmlns:a16="http://schemas.microsoft.com/office/drawing/2014/main" val="1712843368"/>
                    </a:ext>
                  </a:extLst>
                </a:gridCol>
                <a:gridCol w="892029">
                  <a:extLst>
                    <a:ext uri="{9D8B030D-6E8A-4147-A177-3AD203B41FA5}">
                      <a16:colId xmlns:a16="http://schemas.microsoft.com/office/drawing/2014/main" val="3334086140"/>
                    </a:ext>
                  </a:extLst>
                </a:gridCol>
              </a:tblGrid>
              <a:tr h="370840">
                <a:tc>
                  <a:txBody>
                    <a:bodyPr/>
                    <a:lstStyle/>
                    <a:p>
                      <a:pPr algn="ctr"/>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6921265"/>
                  </a:ext>
                </a:extLst>
              </a:tr>
            </a:tbl>
          </a:graphicData>
        </a:graphic>
      </p:graphicFrame>
      <p:graphicFrame>
        <p:nvGraphicFramePr>
          <p:cNvPr id="6" name="Table 5">
            <a:extLst>
              <a:ext uri="{FF2B5EF4-FFF2-40B4-BE49-F238E27FC236}">
                <a16:creationId xmlns:a16="http://schemas.microsoft.com/office/drawing/2014/main" id="{86629F81-3F8C-4198-AC19-C7495B4F271E}"/>
              </a:ext>
            </a:extLst>
          </p:cNvPr>
          <p:cNvGraphicFramePr>
            <a:graphicFrameLocks noGrp="1"/>
          </p:cNvGraphicFramePr>
          <p:nvPr>
            <p:extLst>
              <p:ext uri="{D42A27DB-BD31-4B8C-83A1-F6EECF244321}">
                <p14:modId xmlns:p14="http://schemas.microsoft.com/office/powerpoint/2010/main" val="525168054"/>
              </p:ext>
            </p:extLst>
          </p:nvPr>
        </p:nvGraphicFramePr>
        <p:xfrm>
          <a:off x="679507" y="4341953"/>
          <a:ext cx="5352174" cy="370840"/>
        </p:xfrm>
        <a:graphic>
          <a:graphicData uri="http://schemas.openxmlformats.org/drawingml/2006/table">
            <a:tbl>
              <a:tblPr firstRow="1" bandRow="1">
                <a:tableStyleId>{5C22544A-7EE6-4342-B048-85BDC9FD1C3A}</a:tableStyleId>
              </a:tblPr>
              <a:tblGrid>
                <a:gridCol w="892029">
                  <a:extLst>
                    <a:ext uri="{9D8B030D-6E8A-4147-A177-3AD203B41FA5}">
                      <a16:colId xmlns:a16="http://schemas.microsoft.com/office/drawing/2014/main" val="270743234"/>
                    </a:ext>
                  </a:extLst>
                </a:gridCol>
                <a:gridCol w="892029">
                  <a:extLst>
                    <a:ext uri="{9D8B030D-6E8A-4147-A177-3AD203B41FA5}">
                      <a16:colId xmlns:a16="http://schemas.microsoft.com/office/drawing/2014/main" val="516120792"/>
                    </a:ext>
                  </a:extLst>
                </a:gridCol>
                <a:gridCol w="892029">
                  <a:extLst>
                    <a:ext uri="{9D8B030D-6E8A-4147-A177-3AD203B41FA5}">
                      <a16:colId xmlns:a16="http://schemas.microsoft.com/office/drawing/2014/main" val="115334712"/>
                    </a:ext>
                  </a:extLst>
                </a:gridCol>
                <a:gridCol w="892029">
                  <a:extLst>
                    <a:ext uri="{9D8B030D-6E8A-4147-A177-3AD203B41FA5}">
                      <a16:colId xmlns:a16="http://schemas.microsoft.com/office/drawing/2014/main" val="277658042"/>
                    </a:ext>
                  </a:extLst>
                </a:gridCol>
                <a:gridCol w="892029">
                  <a:extLst>
                    <a:ext uri="{9D8B030D-6E8A-4147-A177-3AD203B41FA5}">
                      <a16:colId xmlns:a16="http://schemas.microsoft.com/office/drawing/2014/main" val="1712843368"/>
                    </a:ext>
                  </a:extLst>
                </a:gridCol>
                <a:gridCol w="892029">
                  <a:extLst>
                    <a:ext uri="{9D8B030D-6E8A-4147-A177-3AD203B41FA5}">
                      <a16:colId xmlns:a16="http://schemas.microsoft.com/office/drawing/2014/main" val="3777482695"/>
                    </a:ext>
                  </a:extLst>
                </a:gridCol>
              </a:tblGrid>
              <a:tr h="370840">
                <a:tc>
                  <a:txBody>
                    <a:bodyPr/>
                    <a:lstStyle/>
                    <a:p>
                      <a:pPr algn="ctr"/>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6921265"/>
                  </a:ext>
                </a:extLst>
              </a:tr>
            </a:tbl>
          </a:graphicData>
        </a:graphic>
      </p:graphicFrame>
    </p:spTree>
    <p:extLst>
      <p:ext uri="{BB962C8B-B14F-4D97-AF65-F5344CB8AC3E}">
        <p14:creationId xmlns:p14="http://schemas.microsoft.com/office/powerpoint/2010/main" val="1577311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C17E9-3656-45AC-8368-501705235785}"/>
              </a:ext>
            </a:extLst>
          </p:cNvPr>
          <p:cNvSpPr>
            <a:spLocks noGrp="1"/>
          </p:cNvSpPr>
          <p:nvPr>
            <p:ph type="title"/>
          </p:nvPr>
        </p:nvSpPr>
        <p:spPr>
          <a:xfrm>
            <a:off x="8235835" y="1031611"/>
            <a:ext cx="3889053" cy="1032081"/>
          </a:xfrm>
        </p:spPr>
        <p:txBody>
          <a:bodyPr>
            <a:normAutofit/>
          </a:bodyPr>
          <a:lstStyle/>
          <a:p>
            <a:r>
              <a:rPr lang="en-IN" sz="3200" dirty="0"/>
              <a:t>Vector Basics</a:t>
            </a:r>
          </a:p>
        </p:txBody>
      </p:sp>
      <p:sp>
        <p:nvSpPr>
          <p:cNvPr id="3" name="TextBox 2">
            <a:extLst>
              <a:ext uri="{FF2B5EF4-FFF2-40B4-BE49-F238E27FC236}">
                <a16:creationId xmlns:a16="http://schemas.microsoft.com/office/drawing/2014/main" id="{60203564-D836-49A1-9EA4-72F3F2CDC9DC}"/>
              </a:ext>
            </a:extLst>
          </p:cNvPr>
          <p:cNvSpPr txBox="1"/>
          <p:nvPr/>
        </p:nvSpPr>
        <p:spPr>
          <a:xfrm>
            <a:off x="8235835" y="2310951"/>
            <a:ext cx="3783435" cy="2862322"/>
          </a:xfrm>
          <a:prstGeom prst="rect">
            <a:avLst/>
          </a:prstGeom>
          <a:noFill/>
        </p:spPr>
        <p:txBody>
          <a:bodyPr wrap="square" rtlCol="0">
            <a:spAutoFit/>
          </a:bodyPr>
          <a:lstStyle/>
          <a:p>
            <a:pPr marL="285750" indent="-285750">
              <a:buFont typeface="Wingdings" panose="05000000000000000000" pitchFamily="2" charset="2"/>
              <a:buChar char="§"/>
            </a:pPr>
            <a:r>
              <a:rPr lang="en-IN" sz="1800" dirty="0">
                <a:solidFill>
                  <a:schemeClr val="bg1"/>
                </a:solidFill>
              </a:rPr>
              <a:t>vector&lt;int&gt; v;</a:t>
            </a:r>
          </a:p>
          <a:p>
            <a:pPr marL="742950" lvl="1" indent="-285750">
              <a:buFont typeface="Wingdings" panose="05000000000000000000" pitchFamily="2" charset="2"/>
              <a:buChar char="§"/>
            </a:pPr>
            <a:r>
              <a:rPr lang="en-IN" dirty="0" err="1">
                <a:solidFill>
                  <a:schemeClr val="bg1"/>
                </a:solidFill>
              </a:rPr>
              <a:t>v.clear</a:t>
            </a:r>
            <a:r>
              <a:rPr lang="en-IN" dirty="0">
                <a:solidFill>
                  <a:schemeClr val="bg1"/>
                </a:solidFill>
              </a:rPr>
              <a:t>();</a:t>
            </a:r>
          </a:p>
          <a:p>
            <a:pPr marL="742950" lvl="1" indent="-285750">
              <a:buFont typeface="Wingdings" panose="05000000000000000000" pitchFamily="2" charset="2"/>
              <a:buChar char="§"/>
            </a:pPr>
            <a:endParaRPr lang="en-IN" dirty="0">
              <a:solidFill>
                <a:schemeClr val="bg1"/>
              </a:solidFill>
            </a:endParaRPr>
          </a:p>
          <a:p>
            <a:pPr marL="285750" indent="-285750">
              <a:buFont typeface="Wingdings" panose="05000000000000000000" pitchFamily="2" charset="2"/>
              <a:buChar char="§"/>
            </a:pPr>
            <a:r>
              <a:rPr lang="en-IN" sz="1800" dirty="0">
                <a:solidFill>
                  <a:schemeClr val="bg1"/>
                </a:solidFill>
              </a:rPr>
              <a:t>vector&lt;int&gt; r(5); </a:t>
            </a:r>
          </a:p>
          <a:p>
            <a:pPr marL="742950" lvl="1" indent="-285750">
              <a:buFont typeface="Wingdings" panose="05000000000000000000" pitchFamily="2" charset="2"/>
              <a:buChar char="§"/>
            </a:pPr>
            <a:r>
              <a:rPr lang="en-IN" dirty="0" err="1">
                <a:solidFill>
                  <a:schemeClr val="bg1"/>
                </a:solidFill>
              </a:rPr>
              <a:t>r.clear</a:t>
            </a:r>
            <a:r>
              <a:rPr lang="en-IN" dirty="0">
                <a:solidFill>
                  <a:schemeClr val="bg1"/>
                </a:solidFill>
              </a:rPr>
              <a:t>();</a:t>
            </a:r>
          </a:p>
          <a:p>
            <a:pPr marL="742950" lvl="1" indent="-285750">
              <a:buFont typeface="Wingdings" panose="05000000000000000000" pitchFamily="2" charset="2"/>
              <a:buChar char="§"/>
            </a:pPr>
            <a:endParaRPr lang="en-IN" sz="1800" dirty="0">
              <a:solidFill>
                <a:schemeClr val="bg1"/>
              </a:solidFill>
            </a:endParaRPr>
          </a:p>
          <a:p>
            <a:pPr marL="285750" indent="-285750">
              <a:buFont typeface="Wingdings" panose="05000000000000000000" pitchFamily="2" charset="2"/>
              <a:buChar char="§"/>
            </a:pPr>
            <a:r>
              <a:rPr lang="en-IN" sz="1800" dirty="0">
                <a:solidFill>
                  <a:schemeClr val="bg1"/>
                </a:solidFill>
              </a:rPr>
              <a:t>vector&lt;int&gt; t(5,7);</a:t>
            </a:r>
            <a:endParaRPr lang="en-IN" dirty="0">
              <a:solidFill>
                <a:schemeClr val="bg1"/>
              </a:solidFill>
            </a:endParaRPr>
          </a:p>
          <a:p>
            <a:pPr marL="742950" lvl="1" indent="-285750">
              <a:buFont typeface="Wingdings" panose="05000000000000000000" pitchFamily="2" charset="2"/>
              <a:buChar char="§"/>
            </a:pPr>
            <a:r>
              <a:rPr lang="en-IN" dirty="0" err="1">
                <a:solidFill>
                  <a:schemeClr val="bg1"/>
                </a:solidFill>
              </a:rPr>
              <a:t>t.clear</a:t>
            </a:r>
            <a:r>
              <a:rPr lang="en-IN" dirty="0">
                <a:solidFill>
                  <a:schemeClr val="bg1"/>
                </a:solidFill>
              </a:rPr>
              <a:t>();</a:t>
            </a:r>
          </a:p>
          <a:p>
            <a:pPr lvl="1"/>
            <a:endParaRPr lang="en-IN" dirty="0">
              <a:solidFill>
                <a:schemeClr val="bg1"/>
              </a:solidFill>
            </a:endParaRPr>
          </a:p>
          <a:p>
            <a:endParaRPr lang="en-IN" sz="1800" dirty="0">
              <a:solidFill>
                <a:schemeClr val="bg1"/>
              </a:solidFill>
            </a:endParaRPr>
          </a:p>
        </p:txBody>
      </p:sp>
      <p:graphicFrame>
        <p:nvGraphicFramePr>
          <p:cNvPr id="4" name="Table 4">
            <a:extLst>
              <a:ext uri="{FF2B5EF4-FFF2-40B4-BE49-F238E27FC236}">
                <a16:creationId xmlns:a16="http://schemas.microsoft.com/office/drawing/2014/main" id="{DD4C9906-DEF3-4AF0-A5D0-DB2518A724D3}"/>
              </a:ext>
            </a:extLst>
          </p:cNvPr>
          <p:cNvGraphicFramePr>
            <a:graphicFrameLocks noGrp="1"/>
          </p:cNvGraphicFramePr>
          <p:nvPr>
            <p:extLst>
              <p:ext uri="{D42A27DB-BD31-4B8C-83A1-F6EECF244321}">
                <p14:modId xmlns:p14="http://schemas.microsoft.com/office/powerpoint/2010/main" val="1170753382"/>
              </p:ext>
            </p:extLst>
          </p:nvPr>
        </p:nvGraphicFramePr>
        <p:xfrm>
          <a:off x="679508" y="1878272"/>
          <a:ext cx="5352175" cy="370840"/>
        </p:xfrm>
        <a:graphic>
          <a:graphicData uri="http://schemas.openxmlformats.org/drawingml/2006/table">
            <a:tbl>
              <a:tblPr firstRow="1" bandRow="1">
                <a:tableStyleId>{5C22544A-7EE6-4342-B048-85BDC9FD1C3A}</a:tableStyleId>
              </a:tblPr>
              <a:tblGrid>
                <a:gridCol w="1070435">
                  <a:extLst>
                    <a:ext uri="{9D8B030D-6E8A-4147-A177-3AD203B41FA5}">
                      <a16:colId xmlns:a16="http://schemas.microsoft.com/office/drawing/2014/main" val="1378760032"/>
                    </a:ext>
                  </a:extLst>
                </a:gridCol>
                <a:gridCol w="1070435">
                  <a:extLst>
                    <a:ext uri="{9D8B030D-6E8A-4147-A177-3AD203B41FA5}">
                      <a16:colId xmlns:a16="http://schemas.microsoft.com/office/drawing/2014/main" val="931443485"/>
                    </a:ext>
                  </a:extLst>
                </a:gridCol>
                <a:gridCol w="1070435">
                  <a:extLst>
                    <a:ext uri="{9D8B030D-6E8A-4147-A177-3AD203B41FA5}">
                      <a16:colId xmlns:a16="http://schemas.microsoft.com/office/drawing/2014/main" val="66849290"/>
                    </a:ext>
                  </a:extLst>
                </a:gridCol>
                <a:gridCol w="1070435">
                  <a:extLst>
                    <a:ext uri="{9D8B030D-6E8A-4147-A177-3AD203B41FA5}">
                      <a16:colId xmlns:a16="http://schemas.microsoft.com/office/drawing/2014/main" val="1677755210"/>
                    </a:ext>
                  </a:extLst>
                </a:gridCol>
                <a:gridCol w="1070435">
                  <a:extLst>
                    <a:ext uri="{9D8B030D-6E8A-4147-A177-3AD203B41FA5}">
                      <a16:colId xmlns:a16="http://schemas.microsoft.com/office/drawing/2014/main" val="2529383143"/>
                    </a:ext>
                  </a:extLst>
                </a:gridCol>
              </a:tblGrid>
              <a:tr h="370840">
                <a:tc>
                  <a:txBody>
                    <a:bodyPr/>
                    <a:lstStyle/>
                    <a:p>
                      <a:endParaRPr lang="en-IN"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9188710"/>
                  </a:ext>
                </a:extLst>
              </a:tr>
            </a:tbl>
          </a:graphicData>
        </a:graphic>
      </p:graphicFrame>
      <p:graphicFrame>
        <p:nvGraphicFramePr>
          <p:cNvPr id="5" name="Table 4">
            <a:extLst>
              <a:ext uri="{FF2B5EF4-FFF2-40B4-BE49-F238E27FC236}">
                <a16:creationId xmlns:a16="http://schemas.microsoft.com/office/drawing/2014/main" id="{C6B5D33A-19A7-4434-A634-DD80E18CD0D7}"/>
              </a:ext>
            </a:extLst>
          </p:cNvPr>
          <p:cNvGraphicFramePr>
            <a:graphicFrameLocks noGrp="1"/>
          </p:cNvGraphicFramePr>
          <p:nvPr>
            <p:extLst>
              <p:ext uri="{D42A27DB-BD31-4B8C-83A1-F6EECF244321}">
                <p14:modId xmlns:p14="http://schemas.microsoft.com/office/powerpoint/2010/main" val="1500191551"/>
              </p:ext>
            </p:extLst>
          </p:nvPr>
        </p:nvGraphicFramePr>
        <p:xfrm>
          <a:off x="679507" y="3047593"/>
          <a:ext cx="5352174" cy="370840"/>
        </p:xfrm>
        <a:graphic>
          <a:graphicData uri="http://schemas.openxmlformats.org/drawingml/2006/table">
            <a:tbl>
              <a:tblPr firstRow="1" bandRow="1">
                <a:tableStyleId>{5C22544A-7EE6-4342-B048-85BDC9FD1C3A}</a:tableStyleId>
              </a:tblPr>
              <a:tblGrid>
                <a:gridCol w="892029">
                  <a:extLst>
                    <a:ext uri="{9D8B030D-6E8A-4147-A177-3AD203B41FA5}">
                      <a16:colId xmlns:a16="http://schemas.microsoft.com/office/drawing/2014/main" val="270743234"/>
                    </a:ext>
                  </a:extLst>
                </a:gridCol>
                <a:gridCol w="892029">
                  <a:extLst>
                    <a:ext uri="{9D8B030D-6E8A-4147-A177-3AD203B41FA5}">
                      <a16:colId xmlns:a16="http://schemas.microsoft.com/office/drawing/2014/main" val="516120792"/>
                    </a:ext>
                  </a:extLst>
                </a:gridCol>
                <a:gridCol w="892029">
                  <a:extLst>
                    <a:ext uri="{9D8B030D-6E8A-4147-A177-3AD203B41FA5}">
                      <a16:colId xmlns:a16="http://schemas.microsoft.com/office/drawing/2014/main" val="115334712"/>
                    </a:ext>
                  </a:extLst>
                </a:gridCol>
                <a:gridCol w="892029">
                  <a:extLst>
                    <a:ext uri="{9D8B030D-6E8A-4147-A177-3AD203B41FA5}">
                      <a16:colId xmlns:a16="http://schemas.microsoft.com/office/drawing/2014/main" val="277658042"/>
                    </a:ext>
                  </a:extLst>
                </a:gridCol>
                <a:gridCol w="892029">
                  <a:extLst>
                    <a:ext uri="{9D8B030D-6E8A-4147-A177-3AD203B41FA5}">
                      <a16:colId xmlns:a16="http://schemas.microsoft.com/office/drawing/2014/main" val="1712843368"/>
                    </a:ext>
                  </a:extLst>
                </a:gridCol>
                <a:gridCol w="892029">
                  <a:extLst>
                    <a:ext uri="{9D8B030D-6E8A-4147-A177-3AD203B41FA5}">
                      <a16:colId xmlns:a16="http://schemas.microsoft.com/office/drawing/2014/main" val="3334086140"/>
                    </a:ext>
                  </a:extLst>
                </a:gridCol>
              </a:tblGrid>
              <a:tr h="370840">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6921265"/>
                  </a:ext>
                </a:extLst>
              </a:tr>
            </a:tbl>
          </a:graphicData>
        </a:graphic>
      </p:graphicFrame>
      <p:graphicFrame>
        <p:nvGraphicFramePr>
          <p:cNvPr id="6" name="Table 5">
            <a:extLst>
              <a:ext uri="{FF2B5EF4-FFF2-40B4-BE49-F238E27FC236}">
                <a16:creationId xmlns:a16="http://schemas.microsoft.com/office/drawing/2014/main" id="{86629F81-3F8C-4198-AC19-C7495B4F271E}"/>
              </a:ext>
            </a:extLst>
          </p:cNvPr>
          <p:cNvGraphicFramePr>
            <a:graphicFrameLocks noGrp="1"/>
          </p:cNvGraphicFramePr>
          <p:nvPr>
            <p:extLst>
              <p:ext uri="{D42A27DB-BD31-4B8C-83A1-F6EECF244321}">
                <p14:modId xmlns:p14="http://schemas.microsoft.com/office/powerpoint/2010/main" val="1209758095"/>
              </p:ext>
            </p:extLst>
          </p:nvPr>
        </p:nvGraphicFramePr>
        <p:xfrm>
          <a:off x="679507" y="4341953"/>
          <a:ext cx="5352174" cy="370840"/>
        </p:xfrm>
        <a:graphic>
          <a:graphicData uri="http://schemas.openxmlformats.org/drawingml/2006/table">
            <a:tbl>
              <a:tblPr firstRow="1" bandRow="1">
                <a:tableStyleId>{5C22544A-7EE6-4342-B048-85BDC9FD1C3A}</a:tableStyleId>
              </a:tblPr>
              <a:tblGrid>
                <a:gridCol w="892029">
                  <a:extLst>
                    <a:ext uri="{9D8B030D-6E8A-4147-A177-3AD203B41FA5}">
                      <a16:colId xmlns:a16="http://schemas.microsoft.com/office/drawing/2014/main" val="270743234"/>
                    </a:ext>
                  </a:extLst>
                </a:gridCol>
                <a:gridCol w="892029">
                  <a:extLst>
                    <a:ext uri="{9D8B030D-6E8A-4147-A177-3AD203B41FA5}">
                      <a16:colId xmlns:a16="http://schemas.microsoft.com/office/drawing/2014/main" val="516120792"/>
                    </a:ext>
                  </a:extLst>
                </a:gridCol>
                <a:gridCol w="892029">
                  <a:extLst>
                    <a:ext uri="{9D8B030D-6E8A-4147-A177-3AD203B41FA5}">
                      <a16:colId xmlns:a16="http://schemas.microsoft.com/office/drawing/2014/main" val="115334712"/>
                    </a:ext>
                  </a:extLst>
                </a:gridCol>
                <a:gridCol w="892029">
                  <a:extLst>
                    <a:ext uri="{9D8B030D-6E8A-4147-A177-3AD203B41FA5}">
                      <a16:colId xmlns:a16="http://schemas.microsoft.com/office/drawing/2014/main" val="277658042"/>
                    </a:ext>
                  </a:extLst>
                </a:gridCol>
                <a:gridCol w="892029">
                  <a:extLst>
                    <a:ext uri="{9D8B030D-6E8A-4147-A177-3AD203B41FA5}">
                      <a16:colId xmlns:a16="http://schemas.microsoft.com/office/drawing/2014/main" val="1712843368"/>
                    </a:ext>
                  </a:extLst>
                </a:gridCol>
                <a:gridCol w="892029">
                  <a:extLst>
                    <a:ext uri="{9D8B030D-6E8A-4147-A177-3AD203B41FA5}">
                      <a16:colId xmlns:a16="http://schemas.microsoft.com/office/drawing/2014/main" val="3777482695"/>
                    </a:ext>
                  </a:extLst>
                </a:gridCol>
              </a:tblGrid>
              <a:tr h="370840">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6921265"/>
                  </a:ext>
                </a:extLst>
              </a:tr>
            </a:tbl>
          </a:graphicData>
        </a:graphic>
      </p:graphicFrame>
    </p:spTree>
    <p:extLst>
      <p:ext uri="{BB962C8B-B14F-4D97-AF65-F5344CB8AC3E}">
        <p14:creationId xmlns:p14="http://schemas.microsoft.com/office/powerpoint/2010/main" val="1282795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C17E9-3656-45AC-8368-501705235785}"/>
              </a:ext>
            </a:extLst>
          </p:cNvPr>
          <p:cNvSpPr>
            <a:spLocks noGrp="1"/>
          </p:cNvSpPr>
          <p:nvPr>
            <p:ph type="title"/>
          </p:nvPr>
        </p:nvSpPr>
        <p:spPr>
          <a:xfrm>
            <a:off x="8235835" y="1031611"/>
            <a:ext cx="3889053" cy="1032081"/>
          </a:xfrm>
        </p:spPr>
        <p:txBody>
          <a:bodyPr>
            <a:normAutofit/>
          </a:bodyPr>
          <a:lstStyle/>
          <a:p>
            <a:r>
              <a:rPr lang="en-IN" sz="3200" dirty="0"/>
              <a:t>Vector Basics</a:t>
            </a:r>
          </a:p>
        </p:txBody>
      </p:sp>
      <p:sp>
        <p:nvSpPr>
          <p:cNvPr id="3" name="TextBox 2">
            <a:extLst>
              <a:ext uri="{FF2B5EF4-FFF2-40B4-BE49-F238E27FC236}">
                <a16:creationId xmlns:a16="http://schemas.microsoft.com/office/drawing/2014/main" id="{60203564-D836-49A1-9EA4-72F3F2CDC9DC}"/>
              </a:ext>
            </a:extLst>
          </p:cNvPr>
          <p:cNvSpPr txBox="1"/>
          <p:nvPr/>
        </p:nvSpPr>
        <p:spPr>
          <a:xfrm>
            <a:off x="8137641" y="2461953"/>
            <a:ext cx="3783435" cy="2585323"/>
          </a:xfrm>
          <a:prstGeom prst="rect">
            <a:avLst/>
          </a:prstGeom>
          <a:noFill/>
        </p:spPr>
        <p:txBody>
          <a:bodyPr wrap="square" rtlCol="0">
            <a:spAutoFit/>
          </a:bodyPr>
          <a:lstStyle/>
          <a:p>
            <a:pPr marL="285750" indent="-285750">
              <a:buFont typeface="Wingdings" panose="05000000000000000000" pitchFamily="2" charset="2"/>
              <a:buChar char="§"/>
            </a:pPr>
            <a:r>
              <a:rPr lang="en-IN" sz="1800" dirty="0">
                <a:solidFill>
                  <a:schemeClr val="bg1"/>
                </a:solidFill>
              </a:rPr>
              <a:t>vector&lt;int&gt; v;</a:t>
            </a:r>
          </a:p>
          <a:p>
            <a:pPr marL="742950" lvl="1" indent="-285750">
              <a:buFont typeface="Wingdings" panose="05000000000000000000" pitchFamily="2" charset="2"/>
              <a:buChar char="§"/>
            </a:pPr>
            <a:r>
              <a:rPr lang="en-IN" dirty="0" err="1">
                <a:solidFill>
                  <a:schemeClr val="bg1"/>
                </a:solidFill>
              </a:rPr>
              <a:t>v.resize</a:t>
            </a:r>
            <a:r>
              <a:rPr lang="en-IN" dirty="0">
                <a:solidFill>
                  <a:schemeClr val="bg1"/>
                </a:solidFill>
              </a:rPr>
              <a:t>(2);</a:t>
            </a:r>
          </a:p>
          <a:p>
            <a:pPr marL="742950" lvl="1" indent="-285750">
              <a:buFont typeface="Wingdings" panose="05000000000000000000" pitchFamily="2" charset="2"/>
              <a:buChar char="§"/>
            </a:pPr>
            <a:endParaRPr lang="en-IN" dirty="0">
              <a:solidFill>
                <a:schemeClr val="bg1"/>
              </a:solidFill>
            </a:endParaRPr>
          </a:p>
          <a:p>
            <a:pPr marL="285750" indent="-285750">
              <a:buFont typeface="Wingdings" panose="05000000000000000000" pitchFamily="2" charset="2"/>
              <a:buChar char="§"/>
            </a:pPr>
            <a:r>
              <a:rPr lang="en-IN" sz="1800" dirty="0">
                <a:solidFill>
                  <a:schemeClr val="bg1"/>
                </a:solidFill>
              </a:rPr>
              <a:t>vector&lt;int&gt; r(5);</a:t>
            </a:r>
          </a:p>
          <a:p>
            <a:pPr marL="742950" lvl="1" indent="-285750">
              <a:buFont typeface="Wingdings" panose="05000000000000000000" pitchFamily="2" charset="2"/>
              <a:buChar char="§"/>
            </a:pPr>
            <a:r>
              <a:rPr lang="en-IN" dirty="0" err="1">
                <a:solidFill>
                  <a:schemeClr val="bg1"/>
                </a:solidFill>
              </a:rPr>
              <a:t>r.resize</a:t>
            </a:r>
            <a:r>
              <a:rPr lang="en-IN" dirty="0">
                <a:solidFill>
                  <a:schemeClr val="bg1"/>
                </a:solidFill>
              </a:rPr>
              <a:t>(5);</a:t>
            </a:r>
          </a:p>
          <a:p>
            <a:pPr marL="285750" indent="-285750">
              <a:buFont typeface="Wingdings" panose="05000000000000000000" pitchFamily="2" charset="2"/>
              <a:buChar char="§"/>
            </a:pPr>
            <a:endParaRPr lang="en-IN" sz="1800" dirty="0">
              <a:solidFill>
                <a:schemeClr val="bg1"/>
              </a:solidFill>
            </a:endParaRPr>
          </a:p>
          <a:p>
            <a:pPr marL="285750" indent="-285750">
              <a:buFont typeface="Wingdings" panose="05000000000000000000" pitchFamily="2" charset="2"/>
              <a:buChar char="§"/>
            </a:pPr>
            <a:r>
              <a:rPr lang="en-IN" sz="1800" dirty="0">
                <a:solidFill>
                  <a:schemeClr val="bg1"/>
                </a:solidFill>
              </a:rPr>
              <a:t>vector&lt;int&gt; t(5,7);</a:t>
            </a:r>
          </a:p>
          <a:p>
            <a:pPr marL="742950" lvl="1" indent="-285750">
              <a:buFont typeface="Wingdings" panose="05000000000000000000" pitchFamily="2" charset="2"/>
              <a:buChar char="§"/>
            </a:pPr>
            <a:r>
              <a:rPr lang="en-IN" dirty="0" err="1">
                <a:solidFill>
                  <a:schemeClr val="bg1"/>
                </a:solidFill>
              </a:rPr>
              <a:t>t.resize</a:t>
            </a:r>
            <a:r>
              <a:rPr lang="en-IN" dirty="0">
                <a:solidFill>
                  <a:schemeClr val="bg1"/>
                </a:solidFill>
              </a:rPr>
              <a:t>(7);</a:t>
            </a:r>
          </a:p>
          <a:p>
            <a:pPr marL="285750" indent="-285750">
              <a:buFont typeface="Wingdings" panose="05000000000000000000" pitchFamily="2" charset="2"/>
              <a:buChar char="§"/>
            </a:pPr>
            <a:endParaRPr lang="en-IN" sz="1800" dirty="0">
              <a:solidFill>
                <a:schemeClr val="bg1"/>
              </a:solidFill>
            </a:endParaRPr>
          </a:p>
        </p:txBody>
      </p:sp>
      <p:graphicFrame>
        <p:nvGraphicFramePr>
          <p:cNvPr id="4" name="Table 4">
            <a:extLst>
              <a:ext uri="{FF2B5EF4-FFF2-40B4-BE49-F238E27FC236}">
                <a16:creationId xmlns:a16="http://schemas.microsoft.com/office/drawing/2014/main" id="{DD4C9906-DEF3-4AF0-A5D0-DB2518A724D3}"/>
              </a:ext>
            </a:extLst>
          </p:cNvPr>
          <p:cNvGraphicFramePr>
            <a:graphicFrameLocks noGrp="1"/>
          </p:cNvGraphicFramePr>
          <p:nvPr>
            <p:extLst>
              <p:ext uri="{D42A27DB-BD31-4B8C-83A1-F6EECF244321}">
                <p14:modId xmlns:p14="http://schemas.microsoft.com/office/powerpoint/2010/main" val="1383376915"/>
              </p:ext>
            </p:extLst>
          </p:nvPr>
        </p:nvGraphicFramePr>
        <p:xfrm>
          <a:off x="679505" y="1878272"/>
          <a:ext cx="1795247" cy="370840"/>
        </p:xfrm>
        <a:graphic>
          <a:graphicData uri="http://schemas.openxmlformats.org/drawingml/2006/table">
            <a:tbl>
              <a:tblPr firstRow="1" bandRow="1">
                <a:tableStyleId>{5C22544A-7EE6-4342-B048-85BDC9FD1C3A}</a:tableStyleId>
              </a:tblPr>
              <a:tblGrid>
                <a:gridCol w="943763">
                  <a:extLst>
                    <a:ext uri="{9D8B030D-6E8A-4147-A177-3AD203B41FA5}">
                      <a16:colId xmlns:a16="http://schemas.microsoft.com/office/drawing/2014/main" val="1378760032"/>
                    </a:ext>
                  </a:extLst>
                </a:gridCol>
                <a:gridCol w="851484">
                  <a:extLst>
                    <a:ext uri="{9D8B030D-6E8A-4147-A177-3AD203B41FA5}">
                      <a16:colId xmlns:a16="http://schemas.microsoft.com/office/drawing/2014/main" val="931443485"/>
                    </a:ext>
                  </a:extLst>
                </a:gridCol>
              </a:tblGrid>
              <a:tr h="37084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9188710"/>
                  </a:ext>
                </a:extLst>
              </a:tr>
            </a:tbl>
          </a:graphicData>
        </a:graphic>
      </p:graphicFrame>
      <p:graphicFrame>
        <p:nvGraphicFramePr>
          <p:cNvPr id="5" name="Table 4">
            <a:extLst>
              <a:ext uri="{FF2B5EF4-FFF2-40B4-BE49-F238E27FC236}">
                <a16:creationId xmlns:a16="http://schemas.microsoft.com/office/drawing/2014/main" id="{C6B5D33A-19A7-4434-A634-DD80E18CD0D7}"/>
              </a:ext>
            </a:extLst>
          </p:cNvPr>
          <p:cNvGraphicFramePr>
            <a:graphicFrameLocks noGrp="1"/>
          </p:cNvGraphicFramePr>
          <p:nvPr>
            <p:extLst>
              <p:ext uri="{D42A27DB-BD31-4B8C-83A1-F6EECF244321}">
                <p14:modId xmlns:p14="http://schemas.microsoft.com/office/powerpoint/2010/main" val="2174892388"/>
              </p:ext>
            </p:extLst>
          </p:nvPr>
        </p:nvGraphicFramePr>
        <p:xfrm>
          <a:off x="679507" y="3047593"/>
          <a:ext cx="4460145" cy="370840"/>
        </p:xfrm>
        <a:graphic>
          <a:graphicData uri="http://schemas.openxmlformats.org/drawingml/2006/table">
            <a:tbl>
              <a:tblPr firstRow="1" bandRow="1">
                <a:tableStyleId>{5C22544A-7EE6-4342-B048-85BDC9FD1C3A}</a:tableStyleId>
              </a:tblPr>
              <a:tblGrid>
                <a:gridCol w="892029">
                  <a:extLst>
                    <a:ext uri="{9D8B030D-6E8A-4147-A177-3AD203B41FA5}">
                      <a16:colId xmlns:a16="http://schemas.microsoft.com/office/drawing/2014/main" val="270743234"/>
                    </a:ext>
                  </a:extLst>
                </a:gridCol>
                <a:gridCol w="892029">
                  <a:extLst>
                    <a:ext uri="{9D8B030D-6E8A-4147-A177-3AD203B41FA5}">
                      <a16:colId xmlns:a16="http://schemas.microsoft.com/office/drawing/2014/main" val="516120792"/>
                    </a:ext>
                  </a:extLst>
                </a:gridCol>
                <a:gridCol w="892029">
                  <a:extLst>
                    <a:ext uri="{9D8B030D-6E8A-4147-A177-3AD203B41FA5}">
                      <a16:colId xmlns:a16="http://schemas.microsoft.com/office/drawing/2014/main" val="115334712"/>
                    </a:ext>
                  </a:extLst>
                </a:gridCol>
                <a:gridCol w="892029">
                  <a:extLst>
                    <a:ext uri="{9D8B030D-6E8A-4147-A177-3AD203B41FA5}">
                      <a16:colId xmlns:a16="http://schemas.microsoft.com/office/drawing/2014/main" val="277658042"/>
                    </a:ext>
                  </a:extLst>
                </a:gridCol>
                <a:gridCol w="892029">
                  <a:extLst>
                    <a:ext uri="{9D8B030D-6E8A-4147-A177-3AD203B41FA5}">
                      <a16:colId xmlns:a16="http://schemas.microsoft.com/office/drawing/2014/main" val="1712843368"/>
                    </a:ext>
                  </a:extLst>
                </a:gridCol>
              </a:tblGrid>
              <a:tr h="370840">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6921265"/>
                  </a:ext>
                </a:extLst>
              </a:tr>
            </a:tbl>
          </a:graphicData>
        </a:graphic>
      </p:graphicFrame>
      <p:graphicFrame>
        <p:nvGraphicFramePr>
          <p:cNvPr id="6" name="Table 5">
            <a:extLst>
              <a:ext uri="{FF2B5EF4-FFF2-40B4-BE49-F238E27FC236}">
                <a16:creationId xmlns:a16="http://schemas.microsoft.com/office/drawing/2014/main" id="{86629F81-3F8C-4198-AC19-C7495B4F271E}"/>
              </a:ext>
            </a:extLst>
          </p:cNvPr>
          <p:cNvGraphicFramePr>
            <a:graphicFrameLocks noGrp="1"/>
          </p:cNvGraphicFramePr>
          <p:nvPr>
            <p:extLst>
              <p:ext uri="{D42A27DB-BD31-4B8C-83A1-F6EECF244321}">
                <p14:modId xmlns:p14="http://schemas.microsoft.com/office/powerpoint/2010/main" val="3783239433"/>
              </p:ext>
            </p:extLst>
          </p:nvPr>
        </p:nvGraphicFramePr>
        <p:xfrm>
          <a:off x="679507" y="4341953"/>
          <a:ext cx="5352172" cy="370840"/>
        </p:xfrm>
        <a:graphic>
          <a:graphicData uri="http://schemas.openxmlformats.org/drawingml/2006/table">
            <a:tbl>
              <a:tblPr firstRow="1" bandRow="1">
                <a:tableStyleId>{5C22544A-7EE6-4342-B048-85BDC9FD1C3A}</a:tableStyleId>
              </a:tblPr>
              <a:tblGrid>
                <a:gridCol w="764596">
                  <a:extLst>
                    <a:ext uri="{9D8B030D-6E8A-4147-A177-3AD203B41FA5}">
                      <a16:colId xmlns:a16="http://schemas.microsoft.com/office/drawing/2014/main" val="270743234"/>
                    </a:ext>
                  </a:extLst>
                </a:gridCol>
                <a:gridCol w="764596">
                  <a:extLst>
                    <a:ext uri="{9D8B030D-6E8A-4147-A177-3AD203B41FA5}">
                      <a16:colId xmlns:a16="http://schemas.microsoft.com/office/drawing/2014/main" val="516120792"/>
                    </a:ext>
                  </a:extLst>
                </a:gridCol>
                <a:gridCol w="764596">
                  <a:extLst>
                    <a:ext uri="{9D8B030D-6E8A-4147-A177-3AD203B41FA5}">
                      <a16:colId xmlns:a16="http://schemas.microsoft.com/office/drawing/2014/main" val="115334712"/>
                    </a:ext>
                  </a:extLst>
                </a:gridCol>
                <a:gridCol w="764596">
                  <a:extLst>
                    <a:ext uri="{9D8B030D-6E8A-4147-A177-3AD203B41FA5}">
                      <a16:colId xmlns:a16="http://schemas.microsoft.com/office/drawing/2014/main" val="277658042"/>
                    </a:ext>
                  </a:extLst>
                </a:gridCol>
                <a:gridCol w="764596">
                  <a:extLst>
                    <a:ext uri="{9D8B030D-6E8A-4147-A177-3AD203B41FA5}">
                      <a16:colId xmlns:a16="http://schemas.microsoft.com/office/drawing/2014/main" val="1712843368"/>
                    </a:ext>
                  </a:extLst>
                </a:gridCol>
                <a:gridCol w="764596">
                  <a:extLst>
                    <a:ext uri="{9D8B030D-6E8A-4147-A177-3AD203B41FA5}">
                      <a16:colId xmlns:a16="http://schemas.microsoft.com/office/drawing/2014/main" val="3777482695"/>
                    </a:ext>
                  </a:extLst>
                </a:gridCol>
                <a:gridCol w="764596">
                  <a:extLst>
                    <a:ext uri="{9D8B030D-6E8A-4147-A177-3AD203B41FA5}">
                      <a16:colId xmlns:a16="http://schemas.microsoft.com/office/drawing/2014/main" val="1386319721"/>
                    </a:ext>
                  </a:extLst>
                </a:gridCol>
              </a:tblGrid>
              <a:tr h="370840">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6921265"/>
                  </a:ext>
                </a:extLst>
              </a:tr>
            </a:tbl>
          </a:graphicData>
        </a:graphic>
      </p:graphicFrame>
    </p:spTree>
    <p:extLst>
      <p:ext uri="{BB962C8B-B14F-4D97-AF65-F5344CB8AC3E}">
        <p14:creationId xmlns:p14="http://schemas.microsoft.com/office/powerpoint/2010/main" val="1471553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3EF30-4883-49F9-8A24-C21410E08279}"/>
              </a:ext>
            </a:extLst>
          </p:cNvPr>
          <p:cNvSpPr>
            <a:spLocks noGrp="1"/>
          </p:cNvSpPr>
          <p:nvPr>
            <p:ph type="title"/>
          </p:nvPr>
        </p:nvSpPr>
        <p:spPr>
          <a:xfrm>
            <a:off x="517432" y="964499"/>
            <a:ext cx="4700520" cy="1644477"/>
          </a:xfrm>
        </p:spPr>
        <p:txBody>
          <a:bodyPr/>
          <a:lstStyle/>
          <a:p>
            <a:r>
              <a:rPr lang="en-IN" sz="3200" dirty="0"/>
              <a:t>Vector Algorithms</a:t>
            </a:r>
          </a:p>
        </p:txBody>
      </p:sp>
      <p:sp>
        <p:nvSpPr>
          <p:cNvPr id="4" name="TextBox 3">
            <a:extLst>
              <a:ext uri="{FF2B5EF4-FFF2-40B4-BE49-F238E27FC236}">
                <a16:creationId xmlns:a16="http://schemas.microsoft.com/office/drawing/2014/main" id="{54740B22-24E1-4C7C-9077-F175BD580BB7}"/>
              </a:ext>
            </a:extLst>
          </p:cNvPr>
          <p:cNvSpPr txBox="1"/>
          <p:nvPr/>
        </p:nvSpPr>
        <p:spPr>
          <a:xfrm>
            <a:off x="1101809" y="2667699"/>
            <a:ext cx="3531765" cy="2585323"/>
          </a:xfrm>
          <a:prstGeom prst="rect">
            <a:avLst/>
          </a:prstGeom>
          <a:noFill/>
        </p:spPr>
        <p:txBody>
          <a:bodyPr wrap="square" rtlCol="0">
            <a:spAutoFit/>
          </a:bodyPr>
          <a:lstStyle/>
          <a:p>
            <a:pPr marL="285750" indent="-285750">
              <a:buFont typeface="Wingdings" panose="05000000000000000000" pitchFamily="2" charset="2"/>
              <a:buChar char="§"/>
            </a:pPr>
            <a:r>
              <a:rPr lang="en-IN" dirty="0">
                <a:solidFill>
                  <a:schemeClr val="bg1"/>
                </a:solidFill>
              </a:rPr>
              <a:t>Find</a:t>
            </a:r>
          </a:p>
          <a:p>
            <a:pPr marL="742950" lvl="1" indent="-285750">
              <a:buFont typeface="Wingdings" panose="05000000000000000000" pitchFamily="2" charset="2"/>
              <a:buChar char="§"/>
            </a:pPr>
            <a:r>
              <a:rPr lang="en-IN" dirty="0">
                <a:solidFill>
                  <a:schemeClr val="bg1"/>
                </a:solidFill>
              </a:rPr>
              <a:t>find(</a:t>
            </a:r>
            <a:r>
              <a:rPr lang="en-IN" dirty="0" err="1">
                <a:solidFill>
                  <a:schemeClr val="bg1"/>
                </a:solidFill>
              </a:rPr>
              <a:t>v.begin</a:t>
            </a:r>
            <a:r>
              <a:rPr lang="en-IN" dirty="0">
                <a:solidFill>
                  <a:schemeClr val="bg1"/>
                </a:solidFill>
              </a:rPr>
              <a:t>(), </a:t>
            </a:r>
            <a:r>
              <a:rPr lang="en-IN" dirty="0" err="1">
                <a:solidFill>
                  <a:schemeClr val="bg1"/>
                </a:solidFill>
              </a:rPr>
              <a:t>v.end</a:t>
            </a:r>
            <a:r>
              <a:rPr lang="en-IN" dirty="0">
                <a:solidFill>
                  <a:schemeClr val="bg1"/>
                </a:solidFill>
              </a:rPr>
              <a:t>(), 4)</a:t>
            </a:r>
          </a:p>
          <a:p>
            <a:pPr marL="285750" indent="-285750">
              <a:buFont typeface="Wingdings" panose="05000000000000000000" pitchFamily="2" charset="2"/>
              <a:buChar char="§"/>
            </a:pPr>
            <a:endParaRPr lang="en-IN" dirty="0">
              <a:solidFill>
                <a:schemeClr val="bg1"/>
              </a:solidFill>
            </a:endParaRPr>
          </a:p>
          <a:p>
            <a:pPr marL="285750" indent="-285750">
              <a:buFont typeface="Wingdings" panose="05000000000000000000" pitchFamily="2" charset="2"/>
              <a:buChar char="§"/>
            </a:pPr>
            <a:r>
              <a:rPr lang="en-IN" dirty="0">
                <a:solidFill>
                  <a:schemeClr val="bg1"/>
                </a:solidFill>
              </a:rPr>
              <a:t>Sort</a:t>
            </a:r>
          </a:p>
          <a:p>
            <a:pPr marL="742950" lvl="1" indent="-285750">
              <a:buFont typeface="Wingdings" panose="05000000000000000000" pitchFamily="2" charset="2"/>
              <a:buChar char="§"/>
            </a:pPr>
            <a:r>
              <a:rPr lang="en-IN" dirty="0">
                <a:solidFill>
                  <a:schemeClr val="bg1"/>
                </a:solidFill>
              </a:rPr>
              <a:t>Sort(</a:t>
            </a:r>
            <a:r>
              <a:rPr lang="en-IN" dirty="0" err="1">
                <a:solidFill>
                  <a:schemeClr val="bg1"/>
                </a:solidFill>
              </a:rPr>
              <a:t>v.begin</a:t>
            </a:r>
            <a:r>
              <a:rPr lang="en-IN" dirty="0">
                <a:solidFill>
                  <a:schemeClr val="bg1"/>
                </a:solidFill>
              </a:rPr>
              <a:t>(), </a:t>
            </a:r>
            <a:r>
              <a:rPr lang="en-IN" dirty="0" err="1">
                <a:solidFill>
                  <a:schemeClr val="bg1"/>
                </a:solidFill>
              </a:rPr>
              <a:t>v.end</a:t>
            </a:r>
            <a:r>
              <a:rPr lang="en-IN" dirty="0">
                <a:solidFill>
                  <a:schemeClr val="bg1"/>
                </a:solidFill>
              </a:rPr>
              <a:t>())</a:t>
            </a:r>
          </a:p>
          <a:p>
            <a:pPr marL="285750" indent="-285750">
              <a:buFont typeface="Wingdings" panose="05000000000000000000" pitchFamily="2" charset="2"/>
              <a:buChar char="§"/>
            </a:pPr>
            <a:endParaRPr lang="en-IN" dirty="0">
              <a:solidFill>
                <a:schemeClr val="bg1"/>
              </a:solidFill>
            </a:endParaRPr>
          </a:p>
          <a:p>
            <a:pPr marL="285750" indent="-285750">
              <a:buFont typeface="Wingdings" panose="05000000000000000000" pitchFamily="2" charset="2"/>
              <a:buChar char="§"/>
            </a:pPr>
            <a:r>
              <a:rPr lang="en-IN" dirty="0">
                <a:solidFill>
                  <a:schemeClr val="bg1"/>
                </a:solidFill>
              </a:rPr>
              <a:t>Erase</a:t>
            </a:r>
          </a:p>
          <a:p>
            <a:pPr marL="742950" lvl="1" indent="-285750">
              <a:buFont typeface="Wingdings" panose="05000000000000000000" pitchFamily="2" charset="2"/>
              <a:buChar char="§"/>
            </a:pPr>
            <a:r>
              <a:rPr lang="en-IN" dirty="0" err="1">
                <a:solidFill>
                  <a:schemeClr val="bg1"/>
                </a:solidFill>
              </a:rPr>
              <a:t>v.erase</a:t>
            </a:r>
            <a:r>
              <a:rPr lang="en-IN" dirty="0">
                <a:solidFill>
                  <a:schemeClr val="bg1"/>
                </a:solidFill>
              </a:rPr>
              <a:t>(</a:t>
            </a:r>
            <a:r>
              <a:rPr lang="en-IN" dirty="0" err="1">
                <a:solidFill>
                  <a:schemeClr val="bg1"/>
                </a:solidFill>
              </a:rPr>
              <a:t>v.rbegin</a:t>
            </a:r>
            <a:r>
              <a:rPr lang="en-IN" dirty="0">
                <a:solidFill>
                  <a:schemeClr val="bg1"/>
                </a:solidFill>
              </a:rPr>
              <a:t>()-1);</a:t>
            </a:r>
          </a:p>
          <a:p>
            <a:pPr marL="285750" indent="-285750">
              <a:buFont typeface="Wingdings" panose="05000000000000000000" pitchFamily="2" charset="2"/>
              <a:buChar char="§"/>
            </a:pPr>
            <a:endParaRPr lang="en-IN" dirty="0">
              <a:solidFill>
                <a:schemeClr val="bg1"/>
              </a:solidFill>
            </a:endParaRPr>
          </a:p>
        </p:txBody>
      </p:sp>
      <p:graphicFrame>
        <p:nvGraphicFramePr>
          <p:cNvPr id="6" name="Table 5">
            <a:extLst>
              <a:ext uri="{FF2B5EF4-FFF2-40B4-BE49-F238E27FC236}">
                <a16:creationId xmlns:a16="http://schemas.microsoft.com/office/drawing/2014/main" id="{BB0EE1D0-9276-4DEB-89DA-8EEE1464975A}"/>
              </a:ext>
            </a:extLst>
          </p:cNvPr>
          <p:cNvGraphicFramePr>
            <a:graphicFrameLocks noGrp="1"/>
          </p:cNvGraphicFramePr>
          <p:nvPr>
            <p:extLst>
              <p:ext uri="{D42A27DB-BD31-4B8C-83A1-F6EECF244321}">
                <p14:modId xmlns:p14="http://schemas.microsoft.com/office/powerpoint/2010/main" val="435351041"/>
              </p:ext>
            </p:extLst>
          </p:nvPr>
        </p:nvGraphicFramePr>
        <p:xfrm>
          <a:off x="6207852" y="3774940"/>
          <a:ext cx="5352174" cy="370840"/>
        </p:xfrm>
        <a:graphic>
          <a:graphicData uri="http://schemas.openxmlformats.org/drawingml/2006/table">
            <a:tbl>
              <a:tblPr firstRow="1" bandRow="1">
                <a:tableStyleId>{5C22544A-7EE6-4342-B048-85BDC9FD1C3A}</a:tableStyleId>
              </a:tblPr>
              <a:tblGrid>
                <a:gridCol w="892029">
                  <a:extLst>
                    <a:ext uri="{9D8B030D-6E8A-4147-A177-3AD203B41FA5}">
                      <a16:colId xmlns:a16="http://schemas.microsoft.com/office/drawing/2014/main" val="270743234"/>
                    </a:ext>
                  </a:extLst>
                </a:gridCol>
                <a:gridCol w="892029">
                  <a:extLst>
                    <a:ext uri="{9D8B030D-6E8A-4147-A177-3AD203B41FA5}">
                      <a16:colId xmlns:a16="http://schemas.microsoft.com/office/drawing/2014/main" val="516120792"/>
                    </a:ext>
                  </a:extLst>
                </a:gridCol>
                <a:gridCol w="892029">
                  <a:extLst>
                    <a:ext uri="{9D8B030D-6E8A-4147-A177-3AD203B41FA5}">
                      <a16:colId xmlns:a16="http://schemas.microsoft.com/office/drawing/2014/main" val="115334712"/>
                    </a:ext>
                  </a:extLst>
                </a:gridCol>
                <a:gridCol w="892029">
                  <a:extLst>
                    <a:ext uri="{9D8B030D-6E8A-4147-A177-3AD203B41FA5}">
                      <a16:colId xmlns:a16="http://schemas.microsoft.com/office/drawing/2014/main" val="277658042"/>
                    </a:ext>
                  </a:extLst>
                </a:gridCol>
                <a:gridCol w="892029">
                  <a:extLst>
                    <a:ext uri="{9D8B030D-6E8A-4147-A177-3AD203B41FA5}">
                      <a16:colId xmlns:a16="http://schemas.microsoft.com/office/drawing/2014/main" val="1712843368"/>
                    </a:ext>
                  </a:extLst>
                </a:gridCol>
                <a:gridCol w="892029">
                  <a:extLst>
                    <a:ext uri="{9D8B030D-6E8A-4147-A177-3AD203B41FA5}">
                      <a16:colId xmlns:a16="http://schemas.microsoft.com/office/drawing/2014/main" val="3777482695"/>
                    </a:ext>
                  </a:extLst>
                </a:gridCol>
              </a:tblGrid>
              <a:tr h="370840">
                <a:tc>
                  <a:txBody>
                    <a:bodyPr/>
                    <a:lstStyle/>
                    <a:p>
                      <a:pPr algn="ctr"/>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6921265"/>
                  </a:ext>
                </a:extLst>
              </a:tr>
            </a:tbl>
          </a:graphicData>
        </a:graphic>
      </p:graphicFrame>
      <p:graphicFrame>
        <p:nvGraphicFramePr>
          <p:cNvPr id="8" name="Table 7">
            <a:extLst>
              <a:ext uri="{FF2B5EF4-FFF2-40B4-BE49-F238E27FC236}">
                <a16:creationId xmlns:a16="http://schemas.microsoft.com/office/drawing/2014/main" id="{9326A5E8-A139-4B7B-888C-8416DE88BBAA}"/>
              </a:ext>
            </a:extLst>
          </p:cNvPr>
          <p:cNvGraphicFramePr>
            <a:graphicFrameLocks noGrp="1"/>
          </p:cNvGraphicFramePr>
          <p:nvPr>
            <p:extLst>
              <p:ext uri="{D42A27DB-BD31-4B8C-83A1-F6EECF244321}">
                <p14:modId xmlns:p14="http://schemas.microsoft.com/office/powerpoint/2010/main" val="162108070"/>
              </p:ext>
            </p:extLst>
          </p:nvPr>
        </p:nvGraphicFramePr>
        <p:xfrm>
          <a:off x="6207852" y="4744625"/>
          <a:ext cx="4460145" cy="370840"/>
        </p:xfrm>
        <a:graphic>
          <a:graphicData uri="http://schemas.openxmlformats.org/drawingml/2006/table">
            <a:tbl>
              <a:tblPr firstRow="1" bandRow="1">
                <a:tableStyleId>{5C22544A-7EE6-4342-B048-85BDC9FD1C3A}</a:tableStyleId>
              </a:tblPr>
              <a:tblGrid>
                <a:gridCol w="892029">
                  <a:extLst>
                    <a:ext uri="{9D8B030D-6E8A-4147-A177-3AD203B41FA5}">
                      <a16:colId xmlns:a16="http://schemas.microsoft.com/office/drawing/2014/main" val="270743234"/>
                    </a:ext>
                  </a:extLst>
                </a:gridCol>
                <a:gridCol w="892029">
                  <a:extLst>
                    <a:ext uri="{9D8B030D-6E8A-4147-A177-3AD203B41FA5}">
                      <a16:colId xmlns:a16="http://schemas.microsoft.com/office/drawing/2014/main" val="516120792"/>
                    </a:ext>
                  </a:extLst>
                </a:gridCol>
                <a:gridCol w="892029">
                  <a:extLst>
                    <a:ext uri="{9D8B030D-6E8A-4147-A177-3AD203B41FA5}">
                      <a16:colId xmlns:a16="http://schemas.microsoft.com/office/drawing/2014/main" val="115334712"/>
                    </a:ext>
                  </a:extLst>
                </a:gridCol>
                <a:gridCol w="892029">
                  <a:extLst>
                    <a:ext uri="{9D8B030D-6E8A-4147-A177-3AD203B41FA5}">
                      <a16:colId xmlns:a16="http://schemas.microsoft.com/office/drawing/2014/main" val="277658042"/>
                    </a:ext>
                  </a:extLst>
                </a:gridCol>
                <a:gridCol w="892029">
                  <a:extLst>
                    <a:ext uri="{9D8B030D-6E8A-4147-A177-3AD203B41FA5}">
                      <a16:colId xmlns:a16="http://schemas.microsoft.com/office/drawing/2014/main" val="3777482695"/>
                    </a:ext>
                  </a:extLst>
                </a:gridCol>
              </a:tblGrid>
              <a:tr h="370840">
                <a:tc>
                  <a:txBody>
                    <a:bodyPr/>
                    <a:lstStyle/>
                    <a:p>
                      <a:pPr algn="ctr"/>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6921265"/>
                  </a:ext>
                </a:extLst>
              </a:tr>
            </a:tbl>
          </a:graphicData>
        </a:graphic>
      </p:graphicFrame>
      <p:graphicFrame>
        <p:nvGraphicFramePr>
          <p:cNvPr id="10" name="Table 9">
            <a:extLst>
              <a:ext uri="{FF2B5EF4-FFF2-40B4-BE49-F238E27FC236}">
                <a16:creationId xmlns:a16="http://schemas.microsoft.com/office/drawing/2014/main" id="{E93C5F62-FE48-4891-8F9F-CAAC400946FA}"/>
              </a:ext>
            </a:extLst>
          </p:cNvPr>
          <p:cNvGraphicFramePr>
            <a:graphicFrameLocks noGrp="1"/>
          </p:cNvGraphicFramePr>
          <p:nvPr>
            <p:extLst>
              <p:ext uri="{D42A27DB-BD31-4B8C-83A1-F6EECF244321}">
                <p14:modId xmlns:p14="http://schemas.microsoft.com/office/powerpoint/2010/main" val="4291580127"/>
              </p:ext>
            </p:extLst>
          </p:nvPr>
        </p:nvGraphicFramePr>
        <p:xfrm>
          <a:off x="6207852" y="2805255"/>
          <a:ext cx="5352174" cy="370840"/>
        </p:xfrm>
        <a:graphic>
          <a:graphicData uri="http://schemas.openxmlformats.org/drawingml/2006/table">
            <a:tbl>
              <a:tblPr firstRow="1" bandRow="1">
                <a:tableStyleId>{5C22544A-7EE6-4342-B048-85BDC9FD1C3A}</a:tableStyleId>
              </a:tblPr>
              <a:tblGrid>
                <a:gridCol w="892029">
                  <a:extLst>
                    <a:ext uri="{9D8B030D-6E8A-4147-A177-3AD203B41FA5}">
                      <a16:colId xmlns:a16="http://schemas.microsoft.com/office/drawing/2014/main" val="270743234"/>
                    </a:ext>
                  </a:extLst>
                </a:gridCol>
                <a:gridCol w="892029">
                  <a:extLst>
                    <a:ext uri="{9D8B030D-6E8A-4147-A177-3AD203B41FA5}">
                      <a16:colId xmlns:a16="http://schemas.microsoft.com/office/drawing/2014/main" val="516120792"/>
                    </a:ext>
                  </a:extLst>
                </a:gridCol>
                <a:gridCol w="892029">
                  <a:extLst>
                    <a:ext uri="{9D8B030D-6E8A-4147-A177-3AD203B41FA5}">
                      <a16:colId xmlns:a16="http://schemas.microsoft.com/office/drawing/2014/main" val="115334712"/>
                    </a:ext>
                  </a:extLst>
                </a:gridCol>
                <a:gridCol w="892029">
                  <a:extLst>
                    <a:ext uri="{9D8B030D-6E8A-4147-A177-3AD203B41FA5}">
                      <a16:colId xmlns:a16="http://schemas.microsoft.com/office/drawing/2014/main" val="277658042"/>
                    </a:ext>
                  </a:extLst>
                </a:gridCol>
                <a:gridCol w="892029">
                  <a:extLst>
                    <a:ext uri="{9D8B030D-6E8A-4147-A177-3AD203B41FA5}">
                      <a16:colId xmlns:a16="http://schemas.microsoft.com/office/drawing/2014/main" val="1712843368"/>
                    </a:ext>
                  </a:extLst>
                </a:gridCol>
                <a:gridCol w="892029">
                  <a:extLst>
                    <a:ext uri="{9D8B030D-6E8A-4147-A177-3AD203B41FA5}">
                      <a16:colId xmlns:a16="http://schemas.microsoft.com/office/drawing/2014/main" val="3777482695"/>
                    </a:ext>
                  </a:extLst>
                </a:gridCol>
              </a:tblGrid>
              <a:tr h="370840">
                <a:tc>
                  <a:txBody>
                    <a:bodyPr/>
                    <a:lstStyle/>
                    <a:p>
                      <a:pPr algn="ctr"/>
                      <a:r>
                        <a:rPr lang="en-IN"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6921265"/>
                  </a:ext>
                </a:extLst>
              </a:tr>
            </a:tbl>
          </a:graphicData>
        </a:graphic>
      </p:graphicFrame>
      <p:graphicFrame>
        <p:nvGraphicFramePr>
          <p:cNvPr id="12" name="Table 11">
            <a:extLst>
              <a:ext uri="{FF2B5EF4-FFF2-40B4-BE49-F238E27FC236}">
                <a16:creationId xmlns:a16="http://schemas.microsoft.com/office/drawing/2014/main" id="{1B7B93EC-B2C7-4629-B943-96FC6F374EAC}"/>
              </a:ext>
            </a:extLst>
          </p:cNvPr>
          <p:cNvGraphicFramePr>
            <a:graphicFrameLocks noGrp="1"/>
          </p:cNvGraphicFramePr>
          <p:nvPr>
            <p:extLst>
              <p:ext uri="{D42A27DB-BD31-4B8C-83A1-F6EECF244321}">
                <p14:modId xmlns:p14="http://schemas.microsoft.com/office/powerpoint/2010/main" val="1111250930"/>
              </p:ext>
            </p:extLst>
          </p:nvPr>
        </p:nvGraphicFramePr>
        <p:xfrm>
          <a:off x="9345334" y="5343470"/>
          <a:ext cx="892029" cy="370840"/>
        </p:xfrm>
        <a:graphic>
          <a:graphicData uri="http://schemas.openxmlformats.org/drawingml/2006/table">
            <a:tbl>
              <a:tblPr firstRow="1" bandRow="1">
                <a:tableStyleId>{5C22544A-7EE6-4342-B048-85BDC9FD1C3A}</a:tableStyleId>
              </a:tblPr>
              <a:tblGrid>
                <a:gridCol w="892029">
                  <a:extLst>
                    <a:ext uri="{9D8B030D-6E8A-4147-A177-3AD203B41FA5}">
                      <a16:colId xmlns:a16="http://schemas.microsoft.com/office/drawing/2014/main" val="3777482695"/>
                    </a:ext>
                  </a:extLst>
                </a:gridCol>
              </a:tblGrid>
              <a:tr h="370840">
                <a:tc>
                  <a:txBody>
                    <a:bodyPr/>
                    <a:lstStyle/>
                    <a:p>
                      <a:pPr algn="ctr"/>
                      <a:r>
                        <a:rPr lang="en-IN"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6921265"/>
                  </a:ext>
                </a:extLst>
              </a:tr>
            </a:tbl>
          </a:graphicData>
        </a:graphic>
      </p:graphicFrame>
      <p:sp>
        <p:nvSpPr>
          <p:cNvPr id="13" name="TextBox 12">
            <a:extLst>
              <a:ext uri="{FF2B5EF4-FFF2-40B4-BE49-F238E27FC236}">
                <a16:creationId xmlns:a16="http://schemas.microsoft.com/office/drawing/2014/main" id="{79AD4187-D09D-41A2-9782-D110E0A4C6F0}"/>
              </a:ext>
            </a:extLst>
          </p:cNvPr>
          <p:cNvSpPr txBox="1"/>
          <p:nvPr/>
        </p:nvSpPr>
        <p:spPr>
          <a:xfrm>
            <a:off x="9791348" y="1786736"/>
            <a:ext cx="1768678" cy="923330"/>
          </a:xfrm>
          <a:prstGeom prst="rect">
            <a:avLst/>
          </a:prstGeom>
          <a:noFill/>
        </p:spPr>
        <p:txBody>
          <a:bodyPr wrap="square" rtlCol="0">
            <a:spAutoFit/>
          </a:bodyPr>
          <a:lstStyle/>
          <a:p>
            <a:pPr algn="ctr"/>
            <a:r>
              <a:rPr lang="en-IN" dirty="0"/>
              <a:t>Iterator with position of 4 is returned.</a:t>
            </a:r>
          </a:p>
        </p:txBody>
      </p:sp>
      <p:sp>
        <p:nvSpPr>
          <p:cNvPr id="15" name="TextBox 14">
            <a:extLst>
              <a:ext uri="{FF2B5EF4-FFF2-40B4-BE49-F238E27FC236}">
                <a16:creationId xmlns:a16="http://schemas.microsoft.com/office/drawing/2014/main" id="{32E89F8F-255E-410A-809E-DED4D2B07150}"/>
              </a:ext>
            </a:extLst>
          </p:cNvPr>
          <p:cNvSpPr txBox="1"/>
          <p:nvPr/>
        </p:nvSpPr>
        <p:spPr>
          <a:xfrm>
            <a:off x="7309604" y="5528890"/>
            <a:ext cx="1768678" cy="923330"/>
          </a:xfrm>
          <a:prstGeom prst="rect">
            <a:avLst/>
          </a:prstGeom>
          <a:noFill/>
        </p:spPr>
        <p:txBody>
          <a:bodyPr wrap="square" rtlCol="0">
            <a:spAutoFit/>
          </a:bodyPr>
          <a:lstStyle/>
          <a:p>
            <a:pPr algn="ctr"/>
            <a:r>
              <a:rPr lang="en-IN" dirty="0"/>
              <a:t>The position where 11 sits is removed.</a:t>
            </a:r>
          </a:p>
        </p:txBody>
      </p:sp>
    </p:spTree>
    <p:extLst>
      <p:ext uri="{BB962C8B-B14F-4D97-AF65-F5344CB8AC3E}">
        <p14:creationId xmlns:p14="http://schemas.microsoft.com/office/powerpoint/2010/main" val="10032881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F0B20B-6896-44C5-98D0-7A3D4BD055B7}"/>
              </a:ext>
            </a:extLst>
          </p:cNvPr>
          <p:cNvSpPr>
            <a:spLocks noGrp="1"/>
          </p:cNvSpPr>
          <p:nvPr>
            <p:ph type="title"/>
          </p:nvPr>
        </p:nvSpPr>
        <p:spPr/>
        <p:txBody>
          <a:bodyPr>
            <a:normAutofit/>
          </a:bodyPr>
          <a:lstStyle/>
          <a:p>
            <a:r>
              <a:rPr lang="en-IN" sz="4400"/>
              <a:t>Maps</a:t>
            </a:r>
            <a:endParaRPr lang="en-IN" sz="4400" dirty="0"/>
          </a:p>
        </p:txBody>
      </p:sp>
      <p:sp>
        <p:nvSpPr>
          <p:cNvPr id="4" name="Text Placeholder 3">
            <a:extLst>
              <a:ext uri="{FF2B5EF4-FFF2-40B4-BE49-F238E27FC236}">
                <a16:creationId xmlns:a16="http://schemas.microsoft.com/office/drawing/2014/main" id="{2E5FEABE-BF60-40F0-9B87-66C00D8C8CD8}"/>
              </a:ext>
            </a:extLst>
          </p:cNvPr>
          <p:cNvSpPr>
            <a:spLocks noGrp="1"/>
          </p:cNvSpPr>
          <p:nvPr>
            <p:ph type="body" sz="quarter" idx="14"/>
          </p:nvPr>
        </p:nvSpPr>
        <p:spPr/>
        <p:txBody>
          <a:bodyPr>
            <a:normAutofit lnSpcReduction="10000"/>
          </a:bodyPr>
          <a:lstStyle/>
          <a:p>
            <a:endParaRPr lang="en-IN" dirty="0"/>
          </a:p>
          <a:p>
            <a:endParaRPr lang="en-IN" dirty="0"/>
          </a:p>
          <a:p>
            <a:endParaRPr lang="en-IN" dirty="0"/>
          </a:p>
          <a:p>
            <a:pPr>
              <a:buFont typeface="Wingdings" panose="05000000000000000000" pitchFamily="2" charset="2"/>
              <a:buChar char="§"/>
            </a:pPr>
            <a:r>
              <a:rPr lang="en-IN" dirty="0"/>
              <a:t>map&lt;</a:t>
            </a:r>
            <a:r>
              <a:rPr lang="en-IN" dirty="0" err="1"/>
              <a:t>dataT</a:t>
            </a:r>
            <a:r>
              <a:rPr lang="en-IN" dirty="0"/>
              <a:t>, </a:t>
            </a:r>
            <a:r>
              <a:rPr lang="en-IN" dirty="0" err="1"/>
              <a:t>dataT</a:t>
            </a:r>
            <a:r>
              <a:rPr lang="en-IN" dirty="0"/>
              <a:t>&gt; </a:t>
            </a:r>
            <a:r>
              <a:rPr lang="en-IN" dirty="0" err="1"/>
              <a:t>mp</a:t>
            </a:r>
            <a:r>
              <a:rPr lang="en-IN" dirty="0"/>
              <a:t>;</a:t>
            </a:r>
          </a:p>
          <a:p>
            <a:pPr>
              <a:buFont typeface="Wingdings" panose="05000000000000000000" pitchFamily="2" charset="2"/>
              <a:buChar char="§"/>
            </a:pPr>
            <a:r>
              <a:rPr lang="en-IN" dirty="0" err="1"/>
              <a:t>mp</a:t>
            </a:r>
            <a:r>
              <a:rPr lang="en-IN" dirty="0"/>
              <a:t>. insert(data, data);</a:t>
            </a:r>
          </a:p>
          <a:p>
            <a:pPr>
              <a:buFont typeface="Wingdings" panose="05000000000000000000" pitchFamily="2" charset="2"/>
              <a:buChar char="§"/>
            </a:pPr>
            <a:r>
              <a:rPr lang="en-IN" dirty="0" err="1"/>
              <a:t>mp.clear</a:t>
            </a:r>
            <a:r>
              <a:rPr lang="en-IN" dirty="0"/>
              <a:t>();</a:t>
            </a:r>
          </a:p>
          <a:p>
            <a:pPr>
              <a:buFont typeface="Wingdings" panose="05000000000000000000" pitchFamily="2" charset="2"/>
              <a:buChar char="§"/>
            </a:pPr>
            <a:r>
              <a:rPr lang="en-IN" dirty="0" err="1"/>
              <a:t>mp</a:t>
            </a:r>
            <a:r>
              <a:rPr lang="en-IN" dirty="0"/>
              <a:t>[</a:t>
            </a:r>
            <a:r>
              <a:rPr lang="en-IN" dirty="0" err="1"/>
              <a:t>idx</a:t>
            </a:r>
            <a:r>
              <a:rPr lang="en-IN" dirty="0"/>
              <a:t>] = data;</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t>NOTE: unordered maps are not even ordered by insertion sequence. </a:t>
            </a:r>
          </a:p>
        </p:txBody>
      </p:sp>
      <p:sp>
        <p:nvSpPr>
          <p:cNvPr id="6" name="Rectangle 5">
            <a:extLst>
              <a:ext uri="{FF2B5EF4-FFF2-40B4-BE49-F238E27FC236}">
                <a16:creationId xmlns:a16="http://schemas.microsoft.com/office/drawing/2014/main" id="{064DE808-66A7-4861-962A-A60BB96899A4}"/>
              </a:ext>
            </a:extLst>
          </p:cNvPr>
          <p:cNvSpPr/>
          <p:nvPr/>
        </p:nvSpPr>
        <p:spPr>
          <a:xfrm rot="17810215">
            <a:off x="-3155384" y="441825"/>
            <a:ext cx="8567417" cy="4539122"/>
          </a:xfrm>
          <a:custGeom>
            <a:avLst/>
            <a:gdLst>
              <a:gd name="connsiteX0" fmla="*/ 0 w 8767438"/>
              <a:gd name="connsiteY0" fmla="*/ 0 h 4569985"/>
              <a:gd name="connsiteX1" fmla="*/ 8767438 w 8767438"/>
              <a:gd name="connsiteY1" fmla="*/ 0 h 4569985"/>
              <a:gd name="connsiteX2" fmla="*/ 8767438 w 8767438"/>
              <a:gd name="connsiteY2" fmla="*/ 4569985 h 4569985"/>
              <a:gd name="connsiteX3" fmla="*/ 0 w 8767438"/>
              <a:gd name="connsiteY3" fmla="*/ 4569985 h 4569985"/>
              <a:gd name="connsiteX4" fmla="*/ 0 w 8767438"/>
              <a:gd name="connsiteY4" fmla="*/ 0 h 4569985"/>
              <a:gd name="connsiteX0" fmla="*/ 0 w 8767438"/>
              <a:gd name="connsiteY0" fmla="*/ 0 h 4569985"/>
              <a:gd name="connsiteX1" fmla="*/ 7036276 w 8767438"/>
              <a:gd name="connsiteY1" fmla="*/ 1030556 h 4569985"/>
              <a:gd name="connsiteX2" fmla="*/ 8767438 w 8767438"/>
              <a:gd name="connsiteY2" fmla="*/ 4569985 h 4569985"/>
              <a:gd name="connsiteX3" fmla="*/ 0 w 8767438"/>
              <a:gd name="connsiteY3" fmla="*/ 4569985 h 4569985"/>
              <a:gd name="connsiteX4" fmla="*/ 0 w 8767438"/>
              <a:gd name="connsiteY4" fmla="*/ 0 h 4569985"/>
              <a:gd name="connsiteX0" fmla="*/ 0 w 8767438"/>
              <a:gd name="connsiteY0" fmla="*/ 0 h 4569985"/>
              <a:gd name="connsiteX1" fmla="*/ 6425859 w 8767438"/>
              <a:gd name="connsiteY1" fmla="*/ 34258 h 4569985"/>
              <a:gd name="connsiteX2" fmla="*/ 8767438 w 8767438"/>
              <a:gd name="connsiteY2" fmla="*/ 4569985 h 4569985"/>
              <a:gd name="connsiteX3" fmla="*/ 0 w 8767438"/>
              <a:gd name="connsiteY3" fmla="*/ 4569985 h 4569985"/>
              <a:gd name="connsiteX4" fmla="*/ 0 w 8767438"/>
              <a:gd name="connsiteY4" fmla="*/ 0 h 4569985"/>
              <a:gd name="connsiteX0" fmla="*/ 0 w 8767438"/>
              <a:gd name="connsiteY0" fmla="*/ 0 h 4573380"/>
              <a:gd name="connsiteX1" fmla="*/ 6425859 w 8767438"/>
              <a:gd name="connsiteY1" fmla="*/ 34258 h 4573380"/>
              <a:gd name="connsiteX2" fmla="*/ 8767438 w 8767438"/>
              <a:gd name="connsiteY2" fmla="*/ 4569985 h 4573380"/>
              <a:gd name="connsiteX3" fmla="*/ 910478 w 8767438"/>
              <a:gd name="connsiteY3" fmla="*/ 4573380 h 4573380"/>
              <a:gd name="connsiteX4" fmla="*/ 0 w 8767438"/>
              <a:gd name="connsiteY4" fmla="*/ 0 h 4573380"/>
              <a:gd name="connsiteX0" fmla="*/ 0 w 8567417"/>
              <a:gd name="connsiteY0" fmla="*/ 3093543 h 4539122"/>
              <a:gd name="connsiteX1" fmla="*/ 6225838 w 8567417"/>
              <a:gd name="connsiteY1" fmla="*/ 0 h 4539122"/>
              <a:gd name="connsiteX2" fmla="*/ 8567417 w 8567417"/>
              <a:gd name="connsiteY2" fmla="*/ 4535727 h 4539122"/>
              <a:gd name="connsiteX3" fmla="*/ 710457 w 8567417"/>
              <a:gd name="connsiteY3" fmla="*/ 4539122 h 4539122"/>
              <a:gd name="connsiteX4" fmla="*/ 0 w 8567417"/>
              <a:gd name="connsiteY4" fmla="*/ 3093543 h 45391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67417" h="4539122">
                <a:moveTo>
                  <a:pt x="0" y="3093543"/>
                </a:moveTo>
                <a:lnTo>
                  <a:pt x="6225838" y="0"/>
                </a:lnTo>
                <a:lnTo>
                  <a:pt x="8567417" y="4535727"/>
                </a:lnTo>
                <a:lnTo>
                  <a:pt x="710457" y="4539122"/>
                </a:lnTo>
                <a:lnTo>
                  <a:pt x="0" y="3093543"/>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Box 1">
            <a:extLst>
              <a:ext uri="{FF2B5EF4-FFF2-40B4-BE49-F238E27FC236}">
                <a16:creationId xmlns:a16="http://schemas.microsoft.com/office/drawing/2014/main" id="{68B5C823-131C-4710-9C22-C6B516BBD3B7}"/>
              </a:ext>
            </a:extLst>
          </p:cNvPr>
          <p:cNvSpPr txBox="1"/>
          <p:nvPr/>
        </p:nvSpPr>
        <p:spPr>
          <a:xfrm>
            <a:off x="365444" y="793580"/>
            <a:ext cx="3070370" cy="5078313"/>
          </a:xfrm>
          <a:prstGeom prst="rect">
            <a:avLst/>
          </a:prstGeom>
          <a:noFill/>
        </p:spPr>
        <p:txBody>
          <a:bodyPr wrap="square" rtlCol="0">
            <a:spAutoFit/>
          </a:bodyPr>
          <a:lstStyle/>
          <a:p>
            <a:pPr marL="285750" indent="-285750">
              <a:buFont typeface="Wingdings" panose="05000000000000000000" pitchFamily="2" charset="2"/>
              <a:buChar char="§"/>
            </a:pPr>
            <a:r>
              <a:rPr lang="en-IN" dirty="0"/>
              <a:t>Map</a:t>
            </a:r>
          </a:p>
          <a:p>
            <a:pPr marL="742950" lvl="1" indent="-285750">
              <a:buFont typeface="Wingdings" panose="05000000000000000000" pitchFamily="2" charset="2"/>
              <a:buChar char="§"/>
            </a:pPr>
            <a:r>
              <a:rPr lang="en-IN" dirty="0"/>
              <a:t>Sorted</a:t>
            </a:r>
          </a:p>
          <a:p>
            <a:pPr marL="742950" lvl="1" indent="-285750">
              <a:buFont typeface="Wingdings" panose="05000000000000000000" pitchFamily="2" charset="2"/>
              <a:buChar char="§"/>
            </a:pPr>
            <a:r>
              <a:rPr lang="en-IN" dirty="0"/>
              <a:t>No duplicates</a:t>
            </a:r>
          </a:p>
          <a:p>
            <a:pPr marL="742950" lvl="1" indent="-285750">
              <a:buFont typeface="Wingdings" panose="05000000000000000000" pitchFamily="2" charset="2"/>
              <a:buChar char="§"/>
            </a:pPr>
            <a:endParaRPr lang="en-IN" dirty="0"/>
          </a:p>
          <a:p>
            <a:pPr marL="285750" indent="-285750">
              <a:buFont typeface="Wingdings" panose="05000000000000000000" pitchFamily="2" charset="2"/>
              <a:buChar char="§"/>
            </a:pPr>
            <a:r>
              <a:rPr lang="en-IN" dirty="0"/>
              <a:t>Multimap</a:t>
            </a:r>
          </a:p>
          <a:p>
            <a:pPr marL="742950" lvl="1" indent="-285750">
              <a:buFont typeface="Wingdings" panose="05000000000000000000" pitchFamily="2" charset="2"/>
              <a:buChar char="§"/>
            </a:pPr>
            <a:r>
              <a:rPr lang="en-IN" dirty="0"/>
              <a:t>Sorted </a:t>
            </a:r>
          </a:p>
          <a:p>
            <a:pPr marL="742950" lvl="1" indent="-285750">
              <a:buFont typeface="Wingdings" panose="05000000000000000000" pitchFamily="2" charset="2"/>
              <a:buChar char="§"/>
            </a:pPr>
            <a:r>
              <a:rPr lang="en-IN" dirty="0"/>
              <a:t>Duplicates allowed</a:t>
            </a:r>
          </a:p>
          <a:p>
            <a:pPr marL="285750" indent="-285750">
              <a:buFont typeface="Wingdings" panose="05000000000000000000" pitchFamily="2" charset="2"/>
              <a:buChar char="§"/>
            </a:pPr>
            <a:endParaRPr lang="en-IN" dirty="0"/>
          </a:p>
          <a:p>
            <a:pPr marL="285750" indent="-285750">
              <a:buFont typeface="Wingdings" panose="05000000000000000000" pitchFamily="2" charset="2"/>
              <a:buChar char="§"/>
            </a:pPr>
            <a:r>
              <a:rPr lang="en-IN" dirty="0" err="1"/>
              <a:t>Unordred_multimap</a:t>
            </a:r>
            <a:endParaRPr lang="en-IN" dirty="0"/>
          </a:p>
          <a:p>
            <a:pPr marL="742950" lvl="1" indent="-285750">
              <a:buFont typeface="Wingdings" panose="05000000000000000000" pitchFamily="2" charset="2"/>
              <a:buChar char="§"/>
            </a:pPr>
            <a:r>
              <a:rPr lang="en-IN" dirty="0"/>
              <a:t>Not sorted</a:t>
            </a:r>
          </a:p>
          <a:p>
            <a:pPr marL="742950" lvl="1" indent="-285750">
              <a:buFont typeface="Wingdings" panose="05000000000000000000" pitchFamily="2" charset="2"/>
              <a:buChar char="§"/>
            </a:pPr>
            <a:r>
              <a:rPr lang="en-IN" dirty="0"/>
              <a:t>Duplicates allowed </a:t>
            </a:r>
          </a:p>
          <a:p>
            <a:pPr marL="742950" lvl="1" indent="-285750">
              <a:buFont typeface="Wingdings" panose="05000000000000000000" pitchFamily="2" charset="2"/>
              <a:buChar char="§"/>
            </a:pPr>
            <a:endParaRPr lang="en-IN" dirty="0"/>
          </a:p>
          <a:p>
            <a:pPr marL="285750" indent="-285750">
              <a:buFont typeface="Wingdings" panose="05000000000000000000" pitchFamily="2" charset="2"/>
              <a:buChar char="§"/>
            </a:pPr>
            <a:r>
              <a:rPr lang="en-IN" dirty="0" err="1"/>
              <a:t>Unordered_map</a:t>
            </a:r>
            <a:endParaRPr lang="en-IN" dirty="0"/>
          </a:p>
          <a:p>
            <a:pPr marL="742950" lvl="1" indent="-285750">
              <a:buFont typeface="Wingdings" panose="05000000000000000000" pitchFamily="2" charset="2"/>
              <a:buChar char="§"/>
            </a:pPr>
            <a:r>
              <a:rPr lang="en-IN" dirty="0"/>
              <a:t>Not sorted </a:t>
            </a:r>
          </a:p>
          <a:p>
            <a:pPr marL="742950" lvl="1" indent="-285750">
              <a:buFont typeface="Wingdings" panose="05000000000000000000" pitchFamily="2" charset="2"/>
              <a:buChar char="§"/>
            </a:pPr>
            <a:r>
              <a:rPr lang="en-IN" dirty="0"/>
              <a:t>No duplicates </a:t>
            </a:r>
          </a:p>
          <a:p>
            <a:pPr marL="285750" indent="-285750">
              <a:buFont typeface="Wingdings" panose="05000000000000000000" pitchFamily="2" charset="2"/>
              <a:buChar char="§"/>
            </a:pPr>
            <a:endParaRPr lang="en-IN" dirty="0"/>
          </a:p>
          <a:p>
            <a:pPr marL="742950" lvl="1" indent="-285750">
              <a:buFont typeface="Wingdings" panose="05000000000000000000" pitchFamily="2" charset="2"/>
              <a:buChar char="§"/>
            </a:pPr>
            <a:endParaRPr lang="en-IN" dirty="0"/>
          </a:p>
          <a:p>
            <a:pPr marL="742950" lvl="1" indent="-285750">
              <a:buFont typeface="Wingdings" panose="05000000000000000000" pitchFamily="2" charset="2"/>
              <a:buChar char="§"/>
            </a:pPr>
            <a:endParaRPr lang="en-IN" dirty="0"/>
          </a:p>
        </p:txBody>
      </p:sp>
    </p:spTree>
    <p:extLst>
      <p:ext uri="{BB962C8B-B14F-4D97-AF65-F5344CB8AC3E}">
        <p14:creationId xmlns:p14="http://schemas.microsoft.com/office/powerpoint/2010/main" val="2097996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5A3E40AE-941D-446C-96B2-4DD60689CD20}"/>
              </a:ext>
            </a:extLst>
          </p:cNvPr>
          <p:cNvGraphicFramePr>
            <a:graphicFrameLocks noGrp="1"/>
          </p:cNvGraphicFramePr>
          <p:nvPr>
            <p:extLst>
              <p:ext uri="{D42A27DB-BD31-4B8C-83A1-F6EECF244321}">
                <p14:modId xmlns:p14="http://schemas.microsoft.com/office/powerpoint/2010/main" val="851579721"/>
              </p:ext>
            </p:extLst>
          </p:nvPr>
        </p:nvGraphicFramePr>
        <p:xfrm>
          <a:off x="625679" y="1781683"/>
          <a:ext cx="5344720" cy="741680"/>
        </p:xfrm>
        <a:graphic>
          <a:graphicData uri="http://schemas.openxmlformats.org/drawingml/2006/table">
            <a:tbl>
              <a:tblPr firstRow="1" bandRow="1">
                <a:tableStyleId>{5C22544A-7EE6-4342-B048-85BDC9FD1C3A}</a:tableStyleId>
              </a:tblPr>
              <a:tblGrid>
                <a:gridCol w="1068944">
                  <a:extLst>
                    <a:ext uri="{9D8B030D-6E8A-4147-A177-3AD203B41FA5}">
                      <a16:colId xmlns:a16="http://schemas.microsoft.com/office/drawing/2014/main" val="291965612"/>
                    </a:ext>
                  </a:extLst>
                </a:gridCol>
                <a:gridCol w="1068944">
                  <a:extLst>
                    <a:ext uri="{9D8B030D-6E8A-4147-A177-3AD203B41FA5}">
                      <a16:colId xmlns:a16="http://schemas.microsoft.com/office/drawing/2014/main" val="1252864432"/>
                    </a:ext>
                  </a:extLst>
                </a:gridCol>
                <a:gridCol w="1068944">
                  <a:extLst>
                    <a:ext uri="{9D8B030D-6E8A-4147-A177-3AD203B41FA5}">
                      <a16:colId xmlns:a16="http://schemas.microsoft.com/office/drawing/2014/main" val="2527282354"/>
                    </a:ext>
                  </a:extLst>
                </a:gridCol>
                <a:gridCol w="1068944">
                  <a:extLst>
                    <a:ext uri="{9D8B030D-6E8A-4147-A177-3AD203B41FA5}">
                      <a16:colId xmlns:a16="http://schemas.microsoft.com/office/drawing/2014/main" val="471264366"/>
                    </a:ext>
                  </a:extLst>
                </a:gridCol>
                <a:gridCol w="1068944">
                  <a:extLst>
                    <a:ext uri="{9D8B030D-6E8A-4147-A177-3AD203B41FA5}">
                      <a16:colId xmlns:a16="http://schemas.microsoft.com/office/drawing/2014/main" val="4028514103"/>
                    </a:ext>
                  </a:extLst>
                </a:gridCol>
              </a:tblGrid>
              <a:tr h="370840">
                <a:tc>
                  <a:txBody>
                    <a:bodyPr/>
                    <a:lstStyle/>
                    <a:p>
                      <a:pPr algn="ctr"/>
                      <a:endParaRPr lang="en-IN"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5</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06199948"/>
                  </a:ext>
                </a:extLst>
              </a:tr>
              <a:tr h="370840">
                <a:tc>
                  <a:txBody>
                    <a:bodyPr/>
                    <a:lstStyle/>
                    <a:p>
                      <a:pPr algn="ctr"/>
                      <a:endParaRPr lang="en-IN"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lol</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77055757"/>
                  </a:ext>
                </a:extLst>
              </a:tr>
            </a:tbl>
          </a:graphicData>
        </a:graphic>
      </p:graphicFrame>
      <p:sp>
        <p:nvSpPr>
          <p:cNvPr id="4" name="Title 1">
            <a:extLst>
              <a:ext uri="{FF2B5EF4-FFF2-40B4-BE49-F238E27FC236}">
                <a16:creationId xmlns:a16="http://schemas.microsoft.com/office/drawing/2014/main" id="{59CB5BD1-E2FA-47B4-8211-D4C9930B814F}"/>
              </a:ext>
            </a:extLst>
          </p:cNvPr>
          <p:cNvSpPr>
            <a:spLocks noGrp="1"/>
          </p:cNvSpPr>
          <p:nvPr>
            <p:ph type="title"/>
          </p:nvPr>
        </p:nvSpPr>
        <p:spPr>
          <a:xfrm>
            <a:off x="8235835" y="1031611"/>
            <a:ext cx="3889053" cy="1032081"/>
          </a:xfrm>
        </p:spPr>
        <p:txBody>
          <a:bodyPr>
            <a:normAutofit/>
          </a:bodyPr>
          <a:lstStyle/>
          <a:p>
            <a:r>
              <a:rPr lang="en-IN" sz="3200"/>
              <a:t>Map </a:t>
            </a:r>
            <a:r>
              <a:rPr lang="en-IN" sz="3200" dirty="0"/>
              <a:t>Basics</a:t>
            </a:r>
          </a:p>
        </p:txBody>
      </p:sp>
      <p:sp>
        <p:nvSpPr>
          <p:cNvPr id="5" name="TextBox 4">
            <a:extLst>
              <a:ext uri="{FF2B5EF4-FFF2-40B4-BE49-F238E27FC236}">
                <a16:creationId xmlns:a16="http://schemas.microsoft.com/office/drawing/2014/main" id="{A2AE413A-C916-4D7F-B927-EA099D4FBAD0}"/>
              </a:ext>
            </a:extLst>
          </p:cNvPr>
          <p:cNvSpPr txBox="1"/>
          <p:nvPr/>
        </p:nvSpPr>
        <p:spPr>
          <a:xfrm>
            <a:off x="7516536" y="2525087"/>
            <a:ext cx="4370664" cy="3693319"/>
          </a:xfrm>
          <a:prstGeom prst="rect">
            <a:avLst/>
          </a:prstGeom>
          <a:noFill/>
        </p:spPr>
        <p:txBody>
          <a:bodyPr wrap="square" rtlCol="0">
            <a:spAutoFit/>
          </a:bodyPr>
          <a:lstStyle/>
          <a:p>
            <a:pPr marL="285750" indent="-285750">
              <a:buFont typeface="Wingdings" panose="05000000000000000000" pitchFamily="2" charset="2"/>
              <a:buChar char="§"/>
            </a:pPr>
            <a:r>
              <a:rPr lang="en-IN" dirty="0">
                <a:solidFill>
                  <a:schemeClr val="bg1"/>
                </a:solidFill>
              </a:rPr>
              <a:t>Data is stored in key-&gt;value format.</a:t>
            </a:r>
          </a:p>
          <a:p>
            <a:pPr marL="285750" indent="-285750">
              <a:buFont typeface="Wingdings" panose="05000000000000000000" pitchFamily="2" charset="2"/>
              <a:buChar char="§"/>
            </a:pPr>
            <a:r>
              <a:rPr lang="en-IN" dirty="0">
                <a:solidFill>
                  <a:schemeClr val="bg1"/>
                </a:solidFill>
              </a:rPr>
              <a:t>Data is sorted by key, not value.</a:t>
            </a:r>
          </a:p>
          <a:p>
            <a:pPr marL="285750" indent="-285750">
              <a:buFont typeface="Wingdings" panose="05000000000000000000" pitchFamily="2" charset="2"/>
              <a:buChar char="§"/>
            </a:pPr>
            <a:r>
              <a:rPr lang="en-IN" dirty="0">
                <a:solidFill>
                  <a:schemeClr val="bg1"/>
                </a:solidFill>
              </a:rPr>
              <a:t>Key and data types can have any datatype.</a:t>
            </a:r>
          </a:p>
          <a:p>
            <a:pPr marL="285750" indent="-285750">
              <a:buFont typeface="Wingdings" panose="05000000000000000000" pitchFamily="2" charset="2"/>
              <a:buChar char="§"/>
            </a:pPr>
            <a:r>
              <a:rPr lang="en-IN" dirty="0">
                <a:solidFill>
                  <a:schemeClr val="bg1"/>
                </a:solidFill>
              </a:rPr>
              <a:t>Can only be iterated with iterators or if keys have been set as index;</a:t>
            </a:r>
          </a:p>
          <a:p>
            <a:pPr marL="285750" indent="-285750">
              <a:buFont typeface="Wingdings" panose="05000000000000000000" pitchFamily="2" charset="2"/>
              <a:buChar char="§"/>
            </a:pPr>
            <a:endParaRPr lang="en-IN" dirty="0">
              <a:solidFill>
                <a:schemeClr val="bg1"/>
              </a:solidFill>
            </a:endParaRPr>
          </a:p>
          <a:p>
            <a:pPr marL="285750" indent="-285750">
              <a:buFont typeface="Wingdings" panose="05000000000000000000" pitchFamily="2" charset="2"/>
              <a:buChar char="§"/>
            </a:pPr>
            <a:endParaRPr lang="en-IN" dirty="0">
              <a:solidFill>
                <a:schemeClr val="bg1"/>
              </a:solidFill>
            </a:endParaRPr>
          </a:p>
          <a:p>
            <a:pPr marL="285750" indent="-285750">
              <a:buFont typeface="Wingdings" panose="05000000000000000000" pitchFamily="2" charset="2"/>
              <a:buChar char="§"/>
            </a:pPr>
            <a:r>
              <a:rPr lang="en-IN" dirty="0">
                <a:solidFill>
                  <a:schemeClr val="bg1"/>
                </a:solidFill>
              </a:rPr>
              <a:t>map&lt;int, string&gt; </a:t>
            </a:r>
            <a:r>
              <a:rPr lang="en-IN" dirty="0" err="1">
                <a:solidFill>
                  <a:schemeClr val="bg1"/>
                </a:solidFill>
              </a:rPr>
              <a:t>mp</a:t>
            </a:r>
            <a:r>
              <a:rPr lang="en-IN" dirty="0">
                <a:solidFill>
                  <a:schemeClr val="bg1"/>
                </a:solidFill>
              </a:rPr>
              <a:t>;</a:t>
            </a:r>
          </a:p>
          <a:p>
            <a:pPr marL="285750" indent="-285750">
              <a:buFont typeface="Wingdings" panose="05000000000000000000" pitchFamily="2" charset="2"/>
              <a:buChar char="§"/>
            </a:pPr>
            <a:r>
              <a:rPr lang="en-IN" dirty="0" err="1">
                <a:solidFill>
                  <a:schemeClr val="bg1"/>
                </a:solidFill>
              </a:rPr>
              <a:t>mp.insert</a:t>
            </a:r>
            <a:r>
              <a:rPr lang="en-IN" dirty="0">
                <a:solidFill>
                  <a:schemeClr val="bg1"/>
                </a:solidFill>
              </a:rPr>
              <a:t>(</a:t>
            </a:r>
            <a:r>
              <a:rPr lang="en-IN" dirty="0" err="1">
                <a:solidFill>
                  <a:schemeClr val="bg1"/>
                </a:solidFill>
              </a:rPr>
              <a:t>make_pair</a:t>
            </a:r>
            <a:r>
              <a:rPr lang="en-IN" dirty="0">
                <a:solidFill>
                  <a:schemeClr val="bg1"/>
                </a:solidFill>
              </a:rPr>
              <a:t>(5),”lol”);</a:t>
            </a:r>
          </a:p>
          <a:p>
            <a:pPr marL="285750" indent="-285750">
              <a:buFont typeface="Wingdings" panose="05000000000000000000" pitchFamily="2" charset="2"/>
              <a:buChar char="§"/>
            </a:pPr>
            <a:r>
              <a:rPr lang="en-IN" dirty="0" err="1">
                <a:solidFill>
                  <a:schemeClr val="bg1"/>
                </a:solidFill>
              </a:rPr>
              <a:t>mp.insert</a:t>
            </a:r>
            <a:r>
              <a:rPr lang="en-IN" dirty="0">
                <a:solidFill>
                  <a:schemeClr val="bg1"/>
                </a:solidFill>
              </a:rPr>
              <a:t>(</a:t>
            </a:r>
            <a:r>
              <a:rPr lang="en-IN" dirty="0" err="1">
                <a:solidFill>
                  <a:schemeClr val="bg1"/>
                </a:solidFill>
              </a:rPr>
              <a:t>make_pair</a:t>
            </a:r>
            <a:r>
              <a:rPr lang="en-IN" dirty="0">
                <a:solidFill>
                  <a:schemeClr val="bg1"/>
                </a:solidFill>
              </a:rPr>
              <a:t>(7),”hey”);</a:t>
            </a:r>
          </a:p>
          <a:p>
            <a:pPr marL="285750" indent="-285750">
              <a:buFont typeface="Wingdings" panose="05000000000000000000" pitchFamily="2" charset="2"/>
              <a:buChar char="§"/>
            </a:pPr>
            <a:r>
              <a:rPr lang="en-IN" dirty="0" err="1">
                <a:solidFill>
                  <a:schemeClr val="bg1"/>
                </a:solidFill>
              </a:rPr>
              <a:t>mp</a:t>
            </a:r>
            <a:r>
              <a:rPr lang="en-IN" dirty="0">
                <a:solidFill>
                  <a:schemeClr val="bg1"/>
                </a:solidFill>
              </a:rPr>
              <a:t>[6] = “middle”;</a:t>
            </a:r>
          </a:p>
          <a:p>
            <a:pPr marL="285750" indent="-285750">
              <a:buFont typeface="Wingdings" panose="05000000000000000000" pitchFamily="2" charset="2"/>
              <a:buChar char="§"/>
            </a:pPr>
            <a:endParaRPr lang="en-IN" dirty="0">
              <a:solidFill>
                <a:schemeClr val="bg1"/>
              </a:solidFill>
            </a:endParaRPr>
          </a:p>
          <a:p>
            <a:pPr marL="285750" indent="-285750">
              <a:buFont typeface="Wingdings" panose="05000000000000000000" pitchFamily="2" charset="2"/>
              <a:buChar char="§"/>
            </a:pPr>
            <a:endParaRPr lang="en-IN" dirty="0">
              <a:solidFill>
                <a:schemeClr val="bg1"/>
              </a:solidFill>
            </a:endParaRPr>
          </a:p>
        </p:txBody>
      </p:sp>
      <p:graphicFrame>
        <p:nvGraphicFramePr>
          <p:cNvPr id="7" name="Table 3">
            <a:extLst>
              <a:ext uri="{FF2B5EF4-FFF2-40B4-BE49-F238E27FC236}">
                <a16:creationId xmlns:a16="http://schemas.microsoft.com/office/drawing/2014/main" id="{04B83BEA-2B8C-4ED9-A1F9-E02DE0B46754}"/>
              </a:ext>
            </a:extLst>
          </p:cNvPr>
          <p:cNvGraphicFramePr>
            <a:graphicFrameLocks noGrp="1"/>
          </p:cNvGraphicFramePr>
          <p:nvPr>
            <p:extLst>
              <p:ext uri="{D42A27DB-BD31-4B8C-83A1-F6EECF244321}">
                <p14:modId xmlns:p14="http://schemas.microsoft.com/office/powerpoint/2010/main" val="4275565945"/>
              </p:ext>
            </p:extLst>
          </p:nvPr>
        </p:nvGraphicFramePr>
        <p:xfrm>
          <a:off x="625679" y="3060700"/>
          <a:ext cx="5344720" cy="736600"/>
        </p:xfrm>
        <a:graphic>
          <a:graphicData uri="http://schemas.openxmlformats.org/drawingml/2006/table">
            <a:tbl>
              <a:tblPr firstRow="1" bandRow="1">
                <a:tableStyleId>{5C22544A-7EE6-4342-B048-85BDC9FD1C3A}</a:tableStyleId>
              </a:tblPr>
              <a:tblGrid>
                <a:gridCol w="2672360">
                  <a:extLst>
                    <a:ext uri="{9D8B030D-6E8A-4147-A177-3AD203B41FA5}">
                      <a16:colId xmlns:a16="http://schemas.microsoft.com/office/drawing/2014/main" val="1252864432"/>
                    </a:ext>
                  </a:extLst>
                </a:gridCol>
                <a:gridCol w="2672360">
                  <a:extLst>
                    <a:ext uri="{9D8B030D-6E8A-4147-A177-3AD203B41FA5}">
                      <a16:colId xmlns:a16="http://schemas.microsoft.com/office/drawing/2014/main" val="471264366"/>
                    </a:ext>
                  </a:extLst>
                </a:gridCol>
              </a:tblGrid>
              <a:tr h="345284">
                <a:tc>
                  <a:txBody>
                    <a:bodyPr/>
                    <a:lstStyle/>
                    <a:p>
                      <a:pPr algn="ct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06199948"/>
                  </a:ext>
                </a:extLst>
              </a:tr>
              <a:tr h="370840">
                <a:tc>
                  <a:txBody>
                    <a:bodyPr/>
                    <a:lstStyle/>
                    <a:p>
                      <a:pPr algn="ctr"/>
                      <a:r>
                        <a:rPr lang="en-IN" dirty="0"/>
                        <a:t>lol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hey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77055757"/>
                  </a:ext>
                </a:extLst>
              </a:tr>
            </a:tbl>
          </a:graphicData>
        </a:graphic>
      </p:graphicFrame>
      <p:graphicFrame>
        <p:nvGraphicFramePr>
          <p:cNvPr id="8" name="Table 7">
            <a:extLst>
              <a:ext uri="{FF2B5EF4-FFF2-40B4-BE49-F238E27FC236}">
                <a16:creationId xmlns:a16="http://schemas.microsoft.com/office/drawing/2014/main" id="{4AE7FAF8-2C78-4803-996E-77FCAB5B40E1}"/>
              </a:ext>
            </a:extLst>
          </p:cNvPr>
          <p:cNvGraphicFramePr>
            <a:graphicFrameLocks noGrp="1"/>
          </p:cNvGraphicFramePr>
          <p:nvPr>
            <p:extLst>
              <p:ext uri="{D42A27DB-BD31-4B8C-83A1-F6EECF244321}">
                <p14:modId xmlns:p14="http://schemas.microsoft.com/office/powerpoint/2010/main" val="3606684176"/>
              </p:ext>
            </p:extLst>
          </p:nvPr>
        </p:nvGraphicFramePr>
        <p:xfrm>
          <a:off x="625679" y="4423468"/>
          <a:ext cx="5344719" cy="741680"/>
        </p:xfrm>
        <a:graphic>
          <a:graphicData uri="http://schemas.openxmlformats.org/drawingml/2006/table">
            <a:tbl>
              <a:tblPr firstRow="1" bandRow="1">
                <a:tableStyleId>{5C22544A-7EE6-4342-B048-85BDC9FD1C3A}</a:tableStyleId>
              </a:tblPr>
              <a:tblGrid>
                <a:gridCol w="1781573">
                  <a:extLst>
                    <a:ext uri="{9D8B030D-6E8A-4147-A177-3AD203B41FA5}">
                      <a16:colId xmlns:a16="http://schemas.microsoft.com/office/drawing/2014/main" val="2583185997"/>
                    </a:ext>
                  </a:extLst>
                </a:gridCol>
                <a:gridCol w="1781573">
                  <a:extLst>
                    <a:ext uri="{9D8B030D-6E8A-4147-A177-3AD203B41FA5}">
                      <a16:colId xmlns:a16="http://schemas.microsoft.com/office/drawing/2014/main" val="4016073874"/>
                    </a:ext>
                  </a:extLst>
                </a:gridCol>
                <a:gridCol w="1781573">
                  <a:extLst>
                    <a:ext uri="{9D8B030D-6E8A-4147-A177-3AD203B41FA5}">
                      <a16:colId xmlns:a16="http://schemas.microsoft.com/office/drawing/2014/main" val="2432705584"/>
                    </a:ext>
                  </a:extLst>
                </a:gridCol>
              </a:tblGrid>
              <a:tr h="370840">
                <a:tc>
                  <a:txBody>
                    <a:bodyPr/>
                    <a:lstStyle/>
                    <a:p>
                      <a:pPr algn="ct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45206605"/>
                  </a:ext>
                </a:extLst>
              </a:tr>
              <a:tr h="370840">
                <a:tc>
                  <a:txBody>
                    <a:bodyPr/>
                    <a:lstStyle/>
                    <a:p>
                      <a:pPr algn="ctr"/>
                      <a:r>
                        <a:rPr lang="en-IN" dirty="0"/>
                        <a:t>lol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middle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hey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57208900"/>
                  </a:ext>
                </a:extLst>
              </a:tr>
            </a:tbl>
          </a:graphicData>
        </a:graphic>
      </p:graphicFrame>
    </p:spTree>
    <p:extLst>
      <p:ext uri="{BB962C8B-B14F-4D97-AF65-F5344CB8AC3E}">
        <p14:creationId xmlns:p14="http://schemas.microsoft.com/office/powerpoint/2010/main" val="40161229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5A3E40AE-941D-446C-96B2-4DD60689CD20}"/>
              </a:ext>
            </a:extLst>
          </p:cNvPr>
          <p:cNvGraphicFramePr>
            <a:graphicFrameLocks noGrp="1"/>
          </p:cNvGraphicFramePr>
          <p:nvPr/>
        </p:nvGraphicFramePr>
        <p:xfrm>
          <a:off x="625679" y="1781683"/>
          <a:ext cx="5344720" cy="741680"/>
        </p:xfrm>
        <a:graphic>
          <a:graphicData uri="http://schemas.openxmlformats.org/drawingml/2006/table">
            <a:tbl>
              <a:tblPr firstRow="1" bandRow="1">
                <a:tableStyleId>{5C22544A-7EE6-4342-B048-85BDC9FD1C3A}</a:tableStyleId>
              </a:tblPr>
              <a:tblGrid>
                <a:gridCol w="1068944">
                  <a:extLst>
                    <a:ext uri="{9D8B030D-6E8A-4147-A177-3AD203B41FA5}">
                      <a16:colId xmlns:a16="http://schemas.microsoft.com/office/drawing/2014/main" val="291965612"/>
                    </a:ext>
                  </a:extLst>
                </a:gridCol>
                <a:gridCol w="1068944">
                  <a:extLst>
                    <a:ext uri="{9D8B030D-6E8A-4147-A177-3AD203B41FA5}">
                      <a16:colId xmlns:a16="http://schemas.microsoft.com/office/drawing/2014/main" val="1252864432"/>
                    </a:ext>
                  </a:extLst>
                </a:gridCol>
                <a:gridCol w="1068944">
                  <a:extLst>
                    <a:ext uri="{9D8B030D-6E8A-4147-A177-3AD203B41FA5}">
                      <a16:colId xmlns:a16="http://schemas.microsoft.com/office/drawing/2014/main" val="2527282354"/>
                    </a:ext>
                  </a:extLst>
                </a:gridCol>
                <a:gridCol w="1068944">
                  <a:extLst>
                    <a:ext uri="{9D8B030D-6E8A-4147-A177-3AD203B41FA5}">
                      <a16:colId xmlns:a16="http://schemas.microsoft.com/office/drawing/2014/main" val="471264366"/>
                    </a:ext>
                  </a:extLst>
                </a:gridCol>
                <a:gridCol w="1068944">
                  <a:extLst>
                    <a:ext uri="{9D8B030D-6E8A-4147-A177-3AD203B41FA5}">
                      <a16:colId xmlns:a16="http://schemas.microsoft.com/office/drawing/2014/main" val="4028514103"/>
                    </a:ext>
                  </a:extLst>
                </a:gridCol>
              </a:tblGrid>
              <a:tr h="370840">
                <a:tc>
                  <a:txBody>
                    <a:bodyPr/>
                    <a:lstStyle/>
                    <a:p>
                      <a:pPr algn="ctr"/>
                      <a:endParaRPr lang="en-IN"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5</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06199948"/>
                  </a:ext>
                </a:extLst>
              </a:tr>
              <a:tr h="370840">
                <a:tc>
                  <a:txBody>
                    <a:bodyPr/>
                    <a:lstStyle/>
                    <a:p>
                      <a:pPr algn="ctr"/>
                      <a:endParaRPr lang="en-IN"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lol</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77055757"/>
                  </a:ext>
                </a:extLst>
              </a:tr>
            </a:tbl>
          </a:graphicData>
        </a:graphic>
      </p:graphicFrame>
      <p:sp>
        <p:nvSpPr>
          <p:cNvPr id="4" name="Title 1">
            <a:extLst>
              <a:ext uri="{FF2B5EF4-FFF2-40B4-BE49-F238E27FC236}">
                <a16:creationId xmlns:a16="http://schemas.microsoft.com/office/drawing/2014/main" id="{59CB5BD1-E2FA-47B4-8211-D4C9930B814F}"/>
              </a:ext>
            </a:extLst>
          </p:cNvPr>
          <p:cNvSpPr>
            <a:spLocks noGrp="1"/>
          </p:cNvSpPr>
          <p:nvPr>
            <p:ph type="title"/>
          </p:nvPr>
        </p:nvSpPr>
        <p:spPr>
          <a:xfrm>
            <a:off x="8235835" y="1031611"/>
            <a:ext cx="3889053" cy="1032081"/>
          </a:xfrm>
        </p:spPr>
        <p:txBody>
          <a:bodyPr>
            <a:normAutofit/>
          </a:bodyPr>
          <a:lstStyle/>
          <a:p>
            <a:r>
              <a:rPr lang="en-IN" sz="3200"/>
              <a:t>Map </a:t>
            </a:r>
            <a:r>
              <a:rPr lang="en-IN" sz="3200" dirty="0"/>
              <a:t>Basics</a:t>
            </a:r>
          </a:p>
        </p:txBody>
      </p:sp>
      <p:sp>
        <p:nvSpPr>
          <p:cNvPr id="5" name="TextBox 4">
            <a:extLst>
              <a:ext uri="{FF2B5EF4-FFF2-40B4-BE49-F238E27FC236}">
                <a16:creationId xmlns:a16="http://schemas.microsoft.com/office/drawing/2014/main" id="{A2AE413A-C916-4D7F-B927-EA099D4FBAD0}"/>
              </a:ext>
            </a:extLst>
          </p:cNvPr>
          <p:cNvSpPr txBox="1"/>
          <p:nvPr/>
        </p:nvSpPr>
        <p:spPr>
          <a:xfrm>
            <a:off x="7516536" y="2525087"/>
            <a:ext cx="4675464" cy="3139321"/>
          </a:xfrm>
          <a:prstGeom prst="rect">
            <a:avLst/>
          </a:prstGeom>
          <a:noFill/>
        </p:spPr>
        <p:txBody>
          <a:bodyPr wrap="square" rtlCol="0">
            <a:spAutoFit/>
          </a:bodyPr>
          <a:lstStyle/>
          <a:p>
            <a:pPr marL="285750" indent="-285750">
              <a:buFont typeface="Wingdings" panose="05000000000000000000" pitchFamily="2" charset="2"/>
              <a:buChar char="§"/>
            </a:pPr>
            <a:r>
              <a:rPr lang="en-IN" dirty="0">
                <a:solidFill>
                  <a:schemeClr val="bg1"/>
                </a:solidFill>
              </a:rPr>
              <a:t>Data is stored in key-&gt;value format.</a:t>
            </a:r>
          </a:p>
          <a:p>
            <a:pPr marL="285750" indent="-285750">
              <a:buFont typeface="Wingdings" panose="05000000000000000000" pitchFamily="2" charset="2"/>
              <a:buChar char="§"/>
            </a:pPr>
            <a:r>
              <a:rPr lang="en-IN" dirty="0">
                <a:solidFill>
                  <a:schemeClr val="bg1"/>
                </a:solidFill>
              </a:rPr>
              <a:t>Data is sorted by key, not value.</a:t>
            </a:r>
          </a:p>
          <a:p>
            <a:pPr marL="285750" indent="-285750">
              <a:buFont typeface="Wingdings" panose="05000000000000000000" pitchFamily="2" charset="2"/>
              <a:buChar char="§"/>
            </a:pPr>
            <a:r>
              <a:rPr lang="en-IN" dirty="0">
                <a:solidFill>
                  <a:schemeClr val="bg1"/>
                </a:solidFill>
              </a:rPr>
              <a:t>Key and value can have any datatype.</a:t>
            </a:r>
          </a:p>
          <a:p>
            <a:pPr marL="285750" indent="-285750">
              <a:buFont typeface="Wingdings" panose="05000000000000000000" pitchFamily="2" charset="2"/>
              <a:buChar char="§"/>
            </a:pPr>
            <a:endParaRPr lang="en-IN" dirty="0">
              <a:solidFill>
                <a:schemeClr val="bg1"/>
              </a:solidFill>
            </a:endParaRPr>
          </a:p>
          <a:p>
            <a:pPr marL="285750" indent="-285750">
              <a:buFont typeface="Wingdings" panose="05000000000000000000" pitchFamily="2" charset="2"/>
              <a:buChar char="§"/>
            </a:pPr>
            <a:endParaRPr lang="en-IN" dirty="0">
              <a:solidFill>
                <a:schemeClr val="bg1"/>
              </a:solidFill>
            </a:endParaRPr>
          </a:p>
          <a:p>
            <a:pPr marL="285750" indent="-285750">
              <a:buFont typeface="Wingdings" panose="05000000000000000000" pitchFamily="2" charset="2"/>
              <a:buChar char="§"/>
            </a:pPr>
            <a:r>
              <a:rPr lang="en-IN" dirty="0">
                <a:solidFill>
                  <a:schemeClr val="bg1"/>
                </a:solidFill>
              </a:rPr>
              <a:t>map&lt;int, string&gt; </a:t>
            </a:r>
            <a:r>
              <a:rPr lang="en-IN" dirty="0" err="1">
                <a:solidFill>
                  <a:schemeClr val="bg1"/>
                </a:solidFill>
              </a:rPr>
              <a:t>mp</a:t>
            </a:r>
            <a:r>
              <a:rPr lang="en-IN" dirty="0">
                <a:solidFill>
                  <a:schemeClr val="bg1"/>
                </a:solidFill>
              </a:rPr>
              <a:t>;</a:t>
            </a:r>
          </a:p>
          <a:p>
            <a:pPr marL="285750" indent="-285750">
              <a:buFont typeface="Wingdings" panose="05000000000000000000" pitchFamily="2" charset="2"/>
              <a:buChar char="§"/>
            </a:pPr>
            <a:r>
              <a:rPr lang="en-IN" dirty="0" err="1">
                <a:solidFill>
                  <a:schemeClr val="bg1"/>
                </a:solidFill>
              </a:rPr>
              <a:t>mp.insert</a:t>
            </a:r>
            <a:r>
              <a:rPr lang="en-IN" dirty="0">
                <a:solidFill>
                  <a:schemeClr val="bg1"/>
                </a:solidFill>
              </a:rPr>
              <a:t>(</a:t>
            </a:r>
            <a:r>
              <a:rPr lang="en-IN" dirty="0" err="1">
                <a:solidFill>
                  <a:schemeClr val="bg1"/>
                </a:solidFill>
              </a:rPr>
              <a:t>make_pair</a:t>
            </a:r>
            <a:r>
              <a:rPr lang="en-IN" dirty="0">
                <a:solidFill>
                  <a:schemeClr val="bg1"/>
                </a:solidFill>
              </a:rPr>
              <a:t>(5),”lol”);</a:t>
            </a:r>
          </a:p>
          <a:p>
            <a:pPr marL="285750" indent="-285750">
              <a:buFont typeface="Wingdings" panose="05000000000000000000" pitchFamily="2" charset="2"/>
              <a:buChar char="§"/>
            </a:pPr>
            <a:r>
              <a:rPr lang="en-IN" dirty="0" err="1">
                <a:solidFill>
                  <a:schemeClr val="bg1"/>
                </a:solidFill>
              </a:rPr>
              <a:t>mp.insert</a:t>
            </a:r>
            <a:r>
              <a:rPr lang="en-IN" dirty="0">
                <a:solidFill>
                  <a:schemeClr val="bg1"/>
                </a:solidFill>
              </a:rPr>
              <a:t>(</a:t>
            </a:r>
            <a:r>
              <a:rPr lang="en-IN" dirty="0" err="1">
                <a:solidFill>
                  <a:schemeClr val="bg1"/>
                </a:solidFill>
              </a:rPr>
              <a:t>make_pair</a:t>
            </a:r>
            <a:r>
              <a:rPr lang="en-IN" dirty="0">
                <a:solidFill>
                  <a:schemeClr val="bg1"/>
                </a:solidFill>
              </a:rPr>
              <a:t>(7),”hey”);</a:t>
            </a:r>
          </a:p>
          <a:p>
            <a:pPr marL="285750" indent="-285750">
              <a:buFont typeface="Wingdings" panose="05000000000000000000" pitchFamily="2" charset="2"/>
              <a:buChar char="§"/>
            </a:pPr>
            <a:r>
              <a:rPr lang="en-IN" dirty="0" err="1">
                <a:solidFill>
                  <a:schemeClr val="bg1"/>
                </a:solidFill>
              </a:rPr>
              <a:t>mp</a:t>
            </a:r>
            <a:r>
              <a:rPr lang="en-IN" dirty="0">
                <a:solidFill>
                  <a:schemeClr val="bg1"/>
                </a:solidFill>
              </a:rPr>
              <a:t>[6] = “middle”;</a:t>
            </a:r>
          </a:p>
          <a:p>
            <a:pPr marL="285750" indent="-285750">
              <a:buFont typeface="Wingdings" panose="05000000000000000000" pitchFamily="2" charset="2"/>
              <a:buChar char="§"/>
            </a:pPr>
            <a:endParaRPr lang="en-IN" dirty="0">
              <a:solidFill>
                <a:schemeClr val="bg1"/>
              </a:solidFill>
            </a:endParaRPr>
          </a:p>
          <a:p>
            <a:pPr marL="285750" indent="-285750">
              <a:buFont typeface="Wingdings" panose="05000000000000000000" pitchFamily="2" charset="2"/>
              <a:buChar char="§"/>
            </a:pPr>
            <a:endParaRPr lang="en-IN" dirty="0">
              <a:solidFill>
                <a:schemeClr val="bg1"/>
              </a:solidFill>
            </a:endParaRPr>
          </a:p>
        </p:txBody>
      </p:sp>
      <p:graphicFrame>
        <p:nvGraphicFramePr>
          <p:cNvPr id="7" name="Table 3">
            <a:extLst>
              <a:ext uri="{FF2B5EF4-FFF2-40B4-BE49-F238E27FC236}">
                <a16:creationId xmlns:a16="http://schemas.microsoft.com/office/drawing/2014/main" id="{04B83BEA-2B8C-4ED9-A1F9-E02DE0B46754}"/>
              </a:ext>
            </a:extLst>
          </p:cNvPr>
          <p:cNvGraphicFramePr>
            <a:graphicFrameLocks noGrp="1"/>
          </p:cNvGraphicFramePr>
          <p:nvPr/>
        </p:nvGraphicFramePr>
        <p:xfrm>
          <a:off x="625679" y="3060700"/>
          <a:ext cx="5344720" cy="736600"/>
        </p:xfrm>
        <a:graphic>
          <a:graphicData uri="http://schemas.openxmlformats.org/drawingml/2006/table">
            <a:tbl>
              <a:tblPr firstRow="1" bandRow="1">
                <a:tableStyleId>{5C22544A-7EE6-4342-B048-85BDC9FD1C3A}</a:tableStyleId>
              </a:tblPr>
              <a:tblGrid>
                <a:gridCol w="2672360">
                  <a:extLst>
                    <a:ext uri="{9D8B030D-6E8A-4147-A177-3AD203B41FA5}">
                      <a16:colId xmlns:a16="http://schemas.microsoft.com/office/drawing/2014/main" val="1252864432"/>
                    </a:ext>
                  </a:extLst>
                </a:gridCol>
                <a:gridCol w="2672360">
                  <a:extLst>
                    <a:ext uri="{9D8B030D-6E8A-4147-A177-3AD203B41FA5}">
                      <a16:colId xmlns:a16="http://schemas.microsoft.com/office/drawing/2014/main" val="471264366"/>
                    </a:ext>
                  </a:extLst>
                </a:gridCol>
              </a:tblGrid>
              <a:tr h="345284">
                <a:tc>
                  <a:txBody>
                    <a:bodyPr/>
                    <a:lstStyle/>
                    <a:p>
                      <a:pPr algn="ct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06199948"/>
                  </a:ext>
                </a:extLst>
              </a:tr>
              <a:tr h="370840">
                <a:tc>
                  <a:txBody>
                    <a:bodyPr/>
                    <a:lstStyle/>
                    <a:p>
                      <a:pPr algn="ctr"/>
                      <a:r>
                        <a:rPr lang="en-IN" dirty="0"/>
                        <a:t>lol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hey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77055757"/>
                  </a:ext>
                </a:extLst>
              </a:tr>
            </a:tbl>
          </a:graphicData>
        </a:graphic>
      </p:graphicFrame>
      <p:graphicFrame>
        <p:nvGraphicFramePr>
          <p:cNvPr id="8" name="Table 7">
            <a:extLst>
              <a:ext uri="{FF2B5EF4-FFF2-40B4-BE49-F238E27FC236}">
                <a16:creationId xmlns:a16="http://schemas.microsoft.com/office/drawing/2014/main" id="{4AE7FAF8-2C78-4803-996E-77FCAB5B40E1}"/>
              </a:ext>
            </a:extLst>
          </p:cNvPr>
          <p:cNvGraphicFramePr>
            <a:graphicFrameLocks noGrp="1"/>
          </p:cNvGraphicFramePr>
          <p:nvPr/>
        </p:nvGraphicFramePr>
        <p:xfrm>
          <a:off x="625679" y="4423468"/>
          <a:ext cx="5344719" cy="741680"/>
        </p:xfrm>
        <a:graphic>
          <a:graphicData uri="http://schemas.openxmlformats.org/drawingml/2006/table">
            <a:tbl>
              <a:tblPr firstRow="1" bandRow="1">
                <a:tableStyleId>{5C22544A-7EE6-4342-B048-85BDC9FD1C3A}</a:tableStyleId>
              </a:tblPr>
              <a:tblGrid>
                <a:gridCol w="1781573">
                  <a:extLst>
                    <a:ext uri="{9D8B030D-6E8A-4147-A177-3AD203B41FA5}">
                      <a16:colId xmlns:a16="http://schemas.microsoft.com/office/drawing/2014/main" val="2583185997"/>
                    </a:ext>
                  </a:extLst>
                </a:gridCol>
                <a:gridCol w="1781573">
                  <a:extLst>
                    <a:ext uri="{9D8B030D-6E8A-4147-A177-3AD203B41FA5}">
                      <a16:colId xmlns:a16="http://schemas.microsoft.com/office/drawing/2014/main" val="4016073874"/>
                    </a:ext>
                  </a:extLst>
                </a:gridCol>
                <a:gridCol w="1781573">
                  <a:extLst>
                    <a:ext uri="{9D8B030D-6E8A-4147-A177-3AD203B41FA5}">
                      <a16:colId xmlns:a16="http://schemas.microsoft.com/office/drawing/2014/main" val="2432705584"/>
                    </a:ext>
                  </a:extLst>
                </a:gridCol>
              </a:tblGrid>
              <a:tr h="370840">
                <a:tc>
                  <a:txBody>
                    <a:bodyPr/>
                    <a:lstStyle/>
                    <a:p>
                      <a:pPr algn="ct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45206605"/>
                  </a:ext>
                </a:extLst>
              </a:tr>
              <a:tr h="370840">
                <a:tc>
                  <a:txBody>
                    <a:bodyPr/>
                    <a:lstStyle/>
                    <a:p>
                      <a:pPr algn="ctr"/>
                      <a:r>
                        <a:rPr lang="en-IN" dirty="0"/>
                        <a:t>lol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middle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hey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57208900"/>
                  </a:ext>
                </a:extLst>
              </a:tr>
            </a:tbl>
          </a:graphicData>
        </a:graphic>
      </p:graphicFrame>
    </p:spTree>
    <p:extLst>
      <p:ext uri="{BB962C8B-B14F-4D97-AF65-F5344CB8AC3E}">
        <p14:creationId xmlns:p14="http://schemas.microsoft.com/office/powerpoint/2010/main" val="7856871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9CB5BD1-E2FA-47B4-8211-D4C9930B814F}"/>
              </a:ext>
            </a:extLst>
          </p:cNvPr>
          <p:cNvSpPr>
            <a:spLocks noGrp="1"/>
          </p:cNvSpPr>
          <p:nvPr>
            <p:ph type="title"/>
          </p:nvPr>
        </p:nvSpPr>
        <p:spPr>
          <a:xfrm>
            <a:off x="8235835" y="1031611"/>
            <a:ext cx="3889053" cy="1032081"/>
          </a:xfrm>
        </p:spPr>
        <p:txBody>
          <a:bodyPr>
            <a:normAutofit/>
          </a:bodyPr>
          <a:lstStyle/>
          <a:p>
            <a:r>
              <a:rPr lang="en-IN" sz="3200"/>
              <a:t>Map </a:t>
            </a:r>
            <a:r>
              <a:rPr lang="en-IN" sz="3200" dirty="0"/>
              <a:t>Basics</a:t>
            </a:r>
          </a:p>
        </p:txBody>
      </p:sp>
      <p:sp>
        <p:nvSpPr>
          <p:cNvPr id="5" name="TextBox 4">
            <a:extLst>
              <a:ext uri="{FF2B5EF4-FFF2-40B4-BE49-F238E27FC236}">
                <a16:creationId xmlns:a16="http://schemas.microsoft.com/office/drawing/2014/main" id="{A2AE413A-C916-4D7F-B927-EA099D4FBAD0}"/>
              </a:ext>
            </a:extLst>
          </p:cNvPr>
          <p:cNvSpPr txBox="1"/>
          <p:nvPr/>
        </p:nvSpPr>
        <p:spPr>
          <a:xfrm>
            <a:off x="7516536" y="2525087"/>
            <a:ext cx="4675464" cy="2862322"/>
          </a:xfrm>
          <a:prstGeom prst="rect">
            <a:avLst/>
          </a:prstGeom>
          <a:noFill/>
        </p:spPr>
        <p:txBody>
          <a:bodyPr wrap="square" rtlCol="0">
            <a:spAutoFit/>
          </a:bodyPr>
          <a:lstStyle/>
          <a:p>
            <a:pPr marL="285750" indent="-285750">
              <a:buFont typeface="Wingdings" panose="05000000000000000000" pitchFamily="2" charset="2"/>
              <a:buChar char="§"/>
            </a:pPr>
            <a:endParaRPr lang="en-IN" dirty="0">
              <a:solidFill>
                <a:schemeClr val="bg1"/>
              </a:solidFill>
            </a:endParaRPr>
          </a:p>
          <a:p>
            <a:pPr marL="285750" indent="-285750">
              <a:buFont typeface="Wingdings" panose="05000000000000000000" pitchFamily="2" charset="2"/>
              <a:buChar char="§"/>
            </a:pPr>
            <a:r>
              <a:rPr lang="en-IN">
                <a:solidFill>
                  <a:schemeClr val="bg1"/>
                </a:solidFill>
              </a:rPr>
              <a:t>map&lt;</a:t>
            </a:r>
            <a:r>
              <a:rPr lang="en-IN" dirty="0">
                <a:solidFill>
                  <a:schemeClr val="bg1"/>
                </a:solidFill>
              </a:rPr>
              <a:t>int, string&gt; </a:t>
            </a:r>
            <a:r>
              <a:rPr lang="en-IN" dirty="0" err="1">
                <a:solidFill>
                  <a:schemeClr val="bg1"/>
                </a:solidFill>
              </a:rPr>
              <a:t>mp</a:t>
            </a:r>
            <a:r>
              <a:rPr lang="en-IN" dirty="0">
                <a:solidFill>
                  <a:schemeClr val="bg1"/>
                </a:solidFill>
              </a:rPr>
              <a:t>;</a:t>
            </a:r>
          </a:p>
          <a:p>
            <a:pPr marL="285750" indent="-285750">
              <a:buFont typeface="Wingdings" panose="05000000000000000000" pitchFamily="2" charset="2"/>
              <a:buChar char="§"/>
            </a:pPr>
            <a:r>
              <a:rPr lang="en-IN" dirty="0" err="1">
                <a:solidFill>
                  <a:schemeClr val="bg1"/>
                </a:solidFill>
              </a:rPr>
              <a:t>mp.insert</a:t>
            </a:r>
            <a:r>
              <a:rPr lang="en-IN" dirty="0">
                <a:solidFill>
                  <a:schemeClr val="bg1"/>
                </a:solidFill>
              </a:rPr>
              <a:t>(</a:t>
            </a:r>
            <a:r>
              <a:rPr lang="en-IN" dirty="0" err="1">
                <a:solidFill>
                  <a:schemeClr val="bg1"/>
                </a:solidFill>
              </a:rPr>
              <a:t>make_pair</a:t>
            </a:r>
            <a:r>
              <a:rPr lang="en-IN" dirty="0">
                <a:solidFill>
                  <a:schemeClr val="bg1"/>
                </a:solidFill>
              </a:rPr>
              <a:t>(5),”lol”);</a:t>
            </a:r>
          </a:p>
          <a:p>
            <a:pPr marL="285750" indent="-285750">
              <a:buFont typeface="Wingdings" panose="05000000000000000000" pitchFamily="2" charset="2"/>
              <a:buChar char="§"/>
            </a:pPr>
            <a:r>
              <a:rPr lang="en-IN" dirty="0" err="1">
                <a:solidFill>
                  <a:schemeClr val="bg1"/>
                </a:solidFill>
              </a:rPr>
              <a:t>mp.insert</a:t>
            </a:r>
            <a:r>
              <a:rPr lang="en-IN" dirty="0">
                <a:solidFill>
                  <a:schemeClr val="bg1"/>
                </a:solidFill>
              </a:rPr>
              <a:t>(</a:t>
            </a:r>
            <a:r>
              <a:rPr lang="en-IN" dirty="0" err="1">
                <a:solidFill>
                  <a:schemeClr val="bg1"/>
                </a:solidFill>
              </a:rPr>
              <a:t>make_pair</a:t>
            </a:r>
            <a:r>
              <a:rPr lang="en-IN" dirty="0">
                <a:solidFill>
                  <a:schemeClr val="bg1"/>
                </a:solidFill>
              </a:rPr>
              <a:t>(7),”hey”);</a:t>
            </a:r>
          </a:p>
          <a:p>
            <a:pPr marL="285750" indent="-285750">
              <a:buFont typeface="Wingdings" panose="05000000000000000000" pitchFamily="2" charset="2"/>
              <a:buChar char="§"/>
            </a:pPr>
            <a:r>
              <a:rPr lang="en-IN" dirty="0" err="1">
                <a:solidFill>
                  <a:schemeClr val="bg1"/>
                </a:solidFill>
              </a:rPr>
              <a:t>mp</a:t>
            </a:r>
            <a:r>
              <a:rPr lang="en-IN" dirty="0">
                <a:solidFill>
                  <a:schemeClr val="bg1"/>
                </a:solidFill>
              </a:rPr>
              <a:t>[6] = “middle”;</a:t>
            </a:r>
          </a:p>
          <a:p>
            <a:pPr marL="285750" indent="-285750">
              <a:buFont typeface="Wingdings" panose="05000000000000000000" pitchFamily="2" charset="2"/>
              <a:buChar char="§"/>
            </a:pPr>
            <a:endParaRPr lang="en-IN" dirty="0">
              <a:solidFill>
                <a:schemeClr val="bg1"/>
              </a:solidFill>
            </a:endParaRPr>
          </a:p>
          <a:p>
            <a:pPr marL="285750" indent="-285750">
              <a:buFont typeface="Wingdings" panose="05000000000000000000" pitchFamily="2" charset="2"/>
              <a:buChar char="§"/>
            </a:pPr>
            <a:r>
              <a:rPr lang="en-IN" dirty="0" err="1">
                <a:solidFill>
                  <a:schemeClr val="bg1"/>
                </a:solidFill>
              </a:rPr>
              <a:t>cout</a:t>
            </a:r>
            <a:r>
              <a:rPr lang="en-IN" dirty="0">
                <a:solidFill>
                  <a:schemeClr val="bg1"/>
                </a:solidFill>
              </a:rPr>
              <a:t>&lt;&lt;</a:t>
            </a:r>
            <a:r>
              <a:rPr lang="en-IN" dirty="0" err="1">
                <a:solidFill>
                  <a:schemeClr val="bg1"/>
                </a:solidFill>
              </a:rPr>
              <a:t>mp</a:t>
            </a:r>
            <a:r>
              <a:rPr lang="en-IN" dirty="0">
                <a:solidFill>
                  <a:schemeClr val="bg1"/>
                </a:solidFill>
              </a:rPr>
              <a:t>[6]&lt;&lt;</a:t>
            </a:r>
            <a:r>
              <a:rPr lang="en-IN" dirty="0" err="1">
                <a:solidFill>
                  <a:schemeClr val="bg1"/>
                </a:solidFill>
              </a:rPr>
              <a:t>endl</a:t>
            </a:r>
            <a:r>
              <a:rPr lang="en-IN" dirty="0">
                <a:solidFill>
                  <a:schemeClr val="bg1"/>
                </a:solidFill>
              </a:rPr>
              <a:t>;</a:t>
            </a:r>
          </a:p>
          <a:p>
            <a:pPr marL="285750" indent="-285750">
              <a:buFont typeface="Wingdings" panose="05000000000000000000" pitchFamily="2" charset="2"/>
              <a:buChar char="§"/>
            </a:pPr>
            <a:r>
              <a:rPr lang="en-IN" dirty="0" err="1">
                <a:solidFill>
                  <a:schemeClr val="bg1"/>
                </a:solidFill>
              </a:rPr>
              <a:t>mp.clear</a:t>
            </a:r>
            <a:r>
              <a:rPr lang="en-IN" dirty="0">
                <a:solidFill>
                  <a:schemeClr val="bg1"/>
                </a:solidFill>
              </a:rPr>
              <a:t>();</a:t>
            </a:r>
          </a:p>
          <a:p>
            <a:pPr marL="285750" indent="-285750">
              <a:buFont typeface="Wingdings" panose="05000000000000000000" pitchFamily="2" charset="2"/>
              <a:buChar char="§"/>
            </a:pPr>
            <a:endParaRPr lang="en-IN" dirty="0">
              <a:solidFill>
                <a:schemeClr val="bg1"/>
              </a:solidFill>
            </a:endParaRPr>
          </a:p>
          <a:p>
            <a:pPr marL="285750" indent="-285750">
              <a:buFont typeface="Wingdings" panose="05000000000000000000" pitchFamily="2" charset="2"/>
              <a:buChar char="§"/>
            </a:pPr>
            <a:endParaRPr lang="en-IN" dirty="0">
              <a:solidFill>
                <a:schemeClr val="bg1"/>
              </a:solidFill>
            </a:endParaRPr>
          </a:p>
        </p:txBody>
      </p:sp>
      <p:graphicFrame>
        <p:nvGraphicFramePr>
          <p:cNvPr id="8" name="Table 7">
            <a:extLst>
              <a:ext uri="{FF2B5EF4-FFF2-40B4-BE49-F238E27FC236}">
                <a16:creationId xmlns:a16="http://schemas.microsoft.com/office/drawing/2014/main" id="{4AE7FAF8-2C78-4803-996E-77FCAB5B40E1}"/>
              </a:ext>
            </a:extLst>
          </p:cNvPr>
          <p:cNvGraphicFramePr>
            <a:graphicFrameLocks noGrp="1"/>
          </p:cNvGraphicFramePr>
          <p:nvPr>
            <p:extLst>
              <p:ext uri="{D42A27DB-BD31-4B8C-83A1-F6EECF244321}">
                <p14:modId xmlns:p14="http://schemas.microsoft.com/office/powerpoint/2010/main" val="4143240309"/>
              </p:ext>
            </p:extLst>
          </p:nvPr>
        </p:nvGraphicFramePr>
        <p:xfrm>
          <a:off x="751281" y="2063692"/>
          <a:ext cx="5344719" cy="741680"/>
        </p:xfrm>
        <a:graphic>
          <a:graphicData uri="http://schemas.openxmlformats.org/drawingml/2006/table">
            <a:tbl>
              <a:tblPr firstRow="1" bandRow="1">
                <a:tableStyleId>{5C22544A-7EE6-4342-B048-85BDC9FD1C3A}</a:tableStyleId>
              </a:tblPr>
              <a:tblGrid>
                <a:gridCol w="1781573">
                  <a:extLst>
                    <a:ext uri="{9D8B030D-6E8A-4147-A177-3AD203B41FA5}">
                      <a16:colId xmlns:a16="http://schemas.microsoft.com/office/drawing/2014/main" val="2583185997"/>
                    </a:ext>
                  </a:extLst>
                </a:gridCol>
                <a:gridCol w="1781573">
                  <a:extLst>
                    <a:ext uri="{9D8B030D-6E8A-4147-A177-3AD203B41FA5}">
                      <a16:colId xmlns:a16="http://schemas.microsoft.com/office/drawing/2014/main" val="4016073874"/>
                    </a:ext>
                  </a:extLst>
                </a:gridCol>
                <a:gridCol w="1781573">
                  <a:extLst>
                    <a:ext uri="{9D8B030D-6E8A-4147-A177-3AD203B41FA5}">
                      <a16:colId xmlns:a16="http://schemas.microsoft.com/office/drawing/2014/main" val="2432705584"/>
                    </a:ext>
                  </a:extLst>
                </a:gridCol>
              </a:tblGrid>
              <a:tr h="370840">
                <a:tc>
                  <a:txBody>
                    <a:bodyPr/>
                    <a:lstStyle/>
                    <a:p>
                      <a:pPr algn="ct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45206605"/>
                  </a:ext>
                </a:extLst>
              </a:tr>
              <a:tr h="370840">
                <a:tc>
                  <a:txBody>
                    <a:bodyPr/>
                    <a:lstStyle/>
                    <a:p>
                      <a:pPr algn="ctr"/>
                      <a:r>
                        <a:rPr lang="en-IN" dirty="0"/>
                        <a:t>lol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middle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hey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57208900"/>
                  </a:ext>
                </a:extLst>
              </a:tr>
            </a:tbl>
          </a:graphicData>
        </a:graphic>
      </p:graphicFrame>
      <p:graphicFrame>
        <p:nvGraphicFramePr>
          <p:cNvPr id="2" name="Table 1">
            <a:extLst>
              <a:ext uri="{FF2B5EF4-FFF2-40B4-BE49-F238E27FC236}">
                <a16:creationId xmlns:a16="http://schemas.microsoft.com/office/drawing/2014/main" id="{B6CD4421-6465-42FA-9D6E-B5DDBA37CF6D}"/>
              </a:ext>
            </a:extLst>
          </p:cNvPr>
          <p:cNvGraphicFramePr>
            <a:graphicFrameLocks noGrp="1"/>
          </p:cNvGraphicFramePr>
          <p:nvPr>
            <p:extLst>
              <p:ext uri="{D42A27DB-BD31-4B8C-83A1-F6EECF244321}">
                <p14:modId xmlns:p14="http://schemas.microsoft.com/office/powerpoint/2010/main" val="1971687528"/>
              </p:ext>
            </p:extLst>
          </p:nvPr>
        </p:nvGraphicFramePr>
        <p:xfrm>
          <a:off x="2070086" y="3058160"/>
          <a:ext cx="1781573" cy="370840"/>
        </p:xfrm>
        <a:graphic>
          <a:graphicData uri="http://schemas.openxmlformats.org/drawingml/2006/table">
            <a:tbl>
              <a:tblPr firstRow="1" bandRow="1">
                <a:tableStyleId>{5C22544A-7EE6-4342-B048-85BDC9FD1C3A}</a:tableStyleId>
              </a:tblPr>
              <a:tblGrid>
                <a:gridCol w="1781573">
                  <a:extLst>
                    <a:ext uri="{9D8B030D-6E8A-4147-A177-3AD203B41FA5}">
                      <a16:colId xmlns:a16="http://schemas.microsoft.com/office/drawing/2014/main" val="1470297223"/>
                    </a:ext>
                  </a:extLst>
                </a:gridCol>
              </a:tblGrid>
              <a:tr h="370840">
                <a:tc>
                  <a:txBody>
                    <a:bodyPr/>
                    <a:lstStyle/>
                    <a:p>
                      <a:pPr algn="ctr"/>
                      <a:r>
                        <a:rPr lang="en-IN" dirty="0"/>
                        <a:t>middle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09928712"/>
                  </a:ext>
                </a:extLst>
              </a:tr>
            </a:tbl>
          </a:graphicData>
        </a:graphic>
      </p:graphicFrame>
      <p:sp>
        <p:nvSpPr>
          <p:cNvPr id="6" name="TextBox 5">
            <a:extLst>
              <a:ext uri="{FF2B5EF4-FFF2-40B4-BE49-F238E27FC236}">
                <a16:creationId xmlns:a16="http://schemas.microsoft.com/office/drawing/2014/main" id="{0C546AD8-4295-48FF-92A5-521DC3144F04}"/>
              </a:ext>
            </a:extLst>
          </p:cNvPr>
          <p:cNvSpPr txBox="1"/>
          <p:nvPr/>
        </p:nvSpPr>
        <p:spPr>
          <a:xfrm>
            <a:off x="4387442" y="3059668"/>
            <a:ext cx="2133911" cy="369332"/>
          </a:xfrm>
          <a:prstGeom prst="rect">
            <a:avLst/>
          </a:prstGeom>
          <a:noFill/>
        </p:spPr>
        <p:txBody>
          <a:bodyPr wrap="square" rtlCol="0">
            <a:spAutoFit/>
          </a:bodyPr>
          <a:lstStyle/>
          <a:p>
            <a:r>
              <a:rPr lang="en-IN" dirty="0"/>
              <a:t>Middle is returned.</a:t>
            </a:r>
          </a:p>
        </p:txBody>
      </p:sp>
      <p:graphicFrame>
        <p:nvGraphicFramePr>
          <p:cNvPr id="9" name="Table 8">
            <a:extLst>
              <a:ext uri="{FF2B5EF4-FFF2-40B4-BE49-F238E27FC236}">
                <a16:creationId xmlns:a16="http://schemas.microsoft.com/office/drawing/2014/main" id="{8DF694A0-A3CE-4711-8E85-7F556AA35758}"/>
              </a:ext>
            </a:extLst>
          </p:cNvPr>
          <p:cNvGraphicFramePr>
            <a:graphicFrameLocks noGrp="1"/>
          </p:cNvGraphicFramePr>
          <p:nvPr>
            <p:extLst>
              <p:ext uri="{D42A27DB-BD31-4B8C-83A1-F6EECF244321}">
                <p14:modId xmlns:p14="http://schemas.microsoft.com/office/powerpoint/2010/main" val="2901807238"/>
              </p:ext>
            </p:extLst>
          </p:nvPr>
        </p:nvGraphicFramePr>
        <p:xfrm>
          <a:off x="751280" y="4052629"/>
          <a:ext cx="5344719" cy="741680"/>
        </p:xfrm>
        <a:graphic>
          <a:graphicData uri="http://schemas.openxmlformats.org/drawingml/2006/table">
            <a:tbl>
              <a:tblPr firstRow="1" bandRow="1">
                <a:tableStyleId>{5C22544A-7EE6-4342-B048-85BDC9FD1C3A}</a:tableStyleId>
              </a:tblPr>
              <a:tblGrid>
                <a:gridCol w="1781573">
                  <a:extLst>
                    <a:ext uri="{9D8B030D-6E8A-4147-A177-3AD203B41FA5}">
                      <a16:colId xmlns:a16="http://schemas.microsoft.com/office/drawing/2014/main" val="4283970260"/>
                    </a:ext>
                  </a:extLst>
                </a:gridCol>
                <a:gridCol w="1781573">
                  <a:extLst>
                    <a:ext uri="{9D8B030D-6E8A-4147-A177-3AD203B41FA5}">
                      <a16:colId xmlns:a16="http://schemas.microsoft.com/office/drawing/2014/main" val="2375752427"/>
                    </a:ext>
                  </a:extLst>
                </a:gridCol>
                <a:gridCol w="1781573">
                  <a:extLst>
                    <a:ext uri="{9D8B030D-6E8A-4147-A177-3AD203B41FA5}">
                      <a16:colId xmlns:a16="http://schemas.microsoft.com/office/drawing/2014/main" val="295418743"/>
                    </a:ext>
                  </a:extLst>
                </a:gridCol>
              </a:tblGrid>
              <a:tr h="370840">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29007990"/>
                  </a:ext>
                </a:extLst>
              </a:tr>
              <a:tr h="370840">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3542015"/>
                  </a:ext>
                </a:extLst>
              </a:tr>
            </a:tbl>
          </a:graphicData>
        </a:graphic>
      </p:graphicFrame>
    </p:spTree>
    <p:extLst>
      <p:ext uri="{BB962C8B-B14F-4D97-AF65-F5344CB8AC3E}">
        <p14:creationId xmlns:p14="http://schemas.microsoft.com/office/powerpoint/2010/main" val="4013748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F0B20B-6896-44C5-98D0-7A3D4BD055B7}"/>
              </a:ext>
            </a:extLst>
          </p:cNvPr>
          <p:cNvSpPr>
            <a:spLocks noGrp="1"/>
          </p:cNvSpPr>
          <p:nvPr>
            <p:ph type="title"/>
          </p:nvPr>
        </p:nvSpPr>
        <p:spPr/>
        <p:txBody>
          <a:bodyPr>
            <a:normAutofit/>
          </a:bodyPr>
          <a:lstStyle/>
          <a:p>
            <a:r>
              <a:rPr lang="en-IN" sz="4400" dirty="0"/>
              <a:t>Sets</a:t>
            </a:r>
          </a:p>
        </p:txBody>
      </p:sp>
      <p:sp>
        <p:nvSpPr>
          <p:cNvPr id="4" name="Text Placeholder 3">
            <a:extLst>
              <a:ext uri="{FF2B5EF4-FFF2-40B4-BE49-F238E27FC236}">
                <a16:creationId xmlns:a16="http://schemas.microsoft.com/office/drawing/2014/main" id="{2E5FEABE-BF60-40F0-9B87-66C00D8C8CD8}"/>
              </a:ext>
            </a:extLst>
          </p:cNvPr>
          <p:cNvSpPr>
            <a:spLocks noGrp="1"/>
          </p:cNvSpPr>
          <p:nvPr>
            <p:ph type="body" sz="quarter" idx="14"/>
          </p:nvPr>
        </p:nvSpPr>
        <p:spPr/>
        <p:txBody>
          <a:bodyPr>
            <a:normAutofit lnSpcReduction="10000"/>
          </a:bodyPr>
          <a:lstStyle/>
          <a:p>
            <a:endParaRPr lang="en-IN" dirty="0"/>
          </a:p>
          <a:p>
            <a:endParaRPr lang="en-IN" dirty="0"/>
          </a:p>
          <a:p>
            <a:endParaRPr lang="en-IN" dirty="0"/>
          </a:p>
          <a:p>
            <a:pPr>
              <a:buFont typeface="Wingdings" panose="05000000000000000000" pitchFamily="2" charset="2"/>
              <a:buChar char="§"/>
            </a:pPr>
            <a:r>
              <a:rPr lang="en-IN" dirty="0"/>
              <a:t>set&lt;data type&gt; </a:t>
            </a:r>
            <a:r>
              <a:rPr lang="en-IN" dirty="0" err="1"/>
              <a:t>st</a:t>
            </a:r>
            <a:r>
              <a:rPr lang="en-IN" dirty="0"/>
              <a:t>;</a:t>
            </a:r>
          </a:p>
          <a:p>
            <a:pPr>
              <a:buFont typeface="Wingdings" panose="05000000000000000000" pitchFamily="2" charset="2"/>
              <a:buChar char="§"/>
            </a:pPr>
            <a:r>
              <a:rPr lang="en-IN" dirty="0" err="1"/>
              <a:t>st.</a:t>
            </a:r>
            <a:r>
              <a:rPr lang="en-IN" dirty="0"/>
              <a:t> insert(data);</a:t>
            </a:r>
          </a:p>
          <a:p>
            <a:pPr>
              <a:buFont typeface="Wingdings" panose="05000000000000000000" pitchFamily="2" charset="2"/>
              <a:buChar char="§"/>
            </a:pPr>
            <a:r>
              <a:rPr lang="en-IN" dirty="0" err="1"/>
              <a:t>mp.find</a:t>
            </a:r>
            <a:r>
              <a:rPr lang="en-IN" dirty="0"/>
              <a:t>(data);</a:t>
            </a:r>
          </a:p>
          <a:p>
            <a:pPr>
              <a:buFont typeface="Wingdings" panose="05000000000000000000" pitchFamily="2" charset="2"/>
              <a:buChar char="§"/>
            </a:pPr>
            <a:r>
              <a:rPr lang="en-IN" dirty="0" err="1"/>
              <a:t>mp.clear</a:t>
            </a:r>
            <a:r>
              <a:rPr lang="en-IN" dirty="0"/>
              <a:t>();</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t>NOTE: unordered sets are not even ordered by insertion sequence. </a:t>
            </a:r>
          </a:p>
        </p:txBody>
      </p:sp>
      <p:sp>
        <p:nvSpPr>
          <p:cNvPr id="6" name="Rectangle 5">
            <a:extLst>
              <a:ext uri="{FF2B5EF4-FFF2-40B4-BE49-F238E27FC236}">
                <a16:creationId xmlns:a16="http://schemas.microsoft.com/office/drawing/2014/main" id="{064DE808-66A7-4861-962A-A60BB96899A4}"/>
              </a:ext>
            </a:extLst>
          </p:cNvPr>
          <p:cNvSpPr/>
          <p:nvPr/>
        </p:nvSpPr>
        <p:spPr>
          <a:xfrm rot="17810215">
            <a:off x="-3155384" y="441825"/>
            <a:ext cx="8567417" cy="4539122"/>
          </a:xfrm>
          <a:custGeom>
            <a:avLst/>
            <a:gdLst>
              <a:gd name="connsiteX0" fmla="*/ 0 w 8767438"/>
              <a:gd name="connsiteY0" fmla="*/ 0 h 4569985"/>
              <a:gd name="connsiteX1" fmla="*/ 8767438 w 8767438"/>
              <a:gd name="connsiteY1" fmla="*/ 0 h 4569985"/>
              <a:gd name="connsiteX2" fmla="*/ 8767438 w 8767438"/>
              <a:gd name="connsiteY2" fmla="*/ 4569985 h 4569985"/>
              <a:gd name="connsiteX3" fmla="*/ 0 w 8767438"/>
              <a:gd name="connsiteY3" fmla="*/ 4569985 h 4569985"/>
              <a:gd name="connsiteX4" fmla="*/ 0 w 8767438"/>
              <a:gd name="connsiteY4" fmla="*/ 0 h 4569985"/>
              <a:gd name="connsiteX0" fmla="*/ 0 w 8767438"/>
              <a:gd name="connsiteY0" fmla="*/ 0 h 4569985"/>
              <a:gd name="connsiteX1" fmla="*/ 7036276 w 8767438"/>
              <a:gd name="connsiteY1" fmla="*/ 1030556 h 4569985"/>
              <a:gd name="connsiteX2" fmla="*/ 8767438 w 8767438"/>
              <a:gd name="connsiteY2" fmla="*/ 4569985 h 4569985"/>
              <a:gd name="connsiteX3" fmla="*/ 0 w 8767438"/>
              <a:gd name="connsiteY3" fmla="*/ 4569985 h 4569985"/>
              <a:gd name="connsiteX4" fmla="*/ 0 w 8767438"/>
              <a:gd name="connsiteY4" fmla="*/ 0 h 4569985"/>
              <a:gd name="connsiteX0" fmla="*/ 0 w 8767438"/>
              <a:gd name="connsiteY0" fmla="*/ 0 h 4569985"/>
              <a:gd name="connsiteX1" fmla="*/ 6425859 w 8767438"/>
              <a:gd name="connsiteY1" fmla="*/ 34258 h 4569985"/>
              <a:gd name="connsiteX2" fmla="*/ 8767438 w 8767438"/>
              <a:gd name="connsiteY2" fmla="*/ 4569985 h 4569985"/>
              <a:gd name="connsiteX3" fmla="*/ 0 w 8767438"/>
              <a:gd name="connsiteY3" fmla="*/ 4569985 h 4569985"/>
              <a:gd name="connsiteX4" fmla="*/ 0 w 8767438"/>
              <a:gd name="connsiteY4" fmla="*/ 0 h 4569985"/>
              <a:gd name="connsiteX0" fmla="*/ 0 w 8767438"/>
              <a:gd name="connsiteY0" fmla="*/ 0 h 4573380"/>
              <a:gd name="connsiteX1" fmla="*/ 6425859 w 8767438"/>
              <a:gd name="connsiteY1" fmla="*/ 34258 h 4573380"/>
              <a:gd name="connsiteX2" fmla="*/ 8767438 w 8767438"/>
              <a:gd name="connsiteY2" fmla="*/ 4569985 h 4573380"/>
              <a:gd name="connsiteX3" fmla="*/ 910478 w 8767438"/>
              <a:gd name="connsiteY3" fmla="*/ 4573380 h 4573380"/>
              <a:gd name="connsiteX4" fmla="*/ 0 w 8767438"/>
              <a:gd name="connsiteY4" fmla="*/ 0 h 4573380"/>
              <a:gd name="connsiteX0" fmla="*/ 0 w 8567417"/>
              <a:gd name="connsiteY0" fmla="*/ 3093543 h 4539122"/>
              <a:gd name="connsiteX1" fmla="*/ 6225838 w 8567417"/>
              <a:gd name="connsiteY1" fmla="*/ 0 h 4539122"/>
              <a:gd name="connsiteX2" fmla="*/ 8567417 w 8567417"/>
              <a:gd name="connsiteY2" fmla="*/ 4535727 h 4539122"/>
              <a:gd name="connsiteX3" fmla="*/ 710457 w 8567417"/>
              <a:gd name="connsiteY3" fmla="*/ 4539122 h 4539122"/>
              <a:gd name="connsiteX4" fmla="*/ 0 w 8567417"/>
              <a:gd name="connsiteY4" fmla="*/ 3093543 h 45391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67417" h="4539122">
                <a:moveTo>
                  <a:pt x="0" y="3093543"/>
                </a:moveTo>
                <a:lnTo>
                  <a:pt x="6225838" y="0"/>
                </a:lnTo>
                <a:lnTo>
                  <a:pt x="8567417" y="4535727"/>
                </a:lnTo>
                <a:lnTo>
                  <a:pt x="710457" y="4539122"/>
                </a:lnTo>
                <a:lnTo>
                  <a:pt x="0" y="3093543"/>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Box 1">
            <a:extLst>
              <a:ext uri="{FF2B5EF4-FFF2-40B4-BE49-F238E27FC236}">
                <a16:creationId xmlns:a16="http://schemas.microsoft.com/office/drawing/2014/main" id="{68B5C823-131C-4710-9C22-C6B516BBD3B7}"/>
              </a:ext>
            </a:extLst>
          </p:cNvPr>
          <p:cNvSpPr txBox="1"/>
          <p:nvPr/>
        </p:nvSpPr>
        <p:spPr>
          <a:xfrm>
            <a:off x="365444" y="793580"/>
            <a:ext cx="3070370" cy="5078313"/>
          </a:xfrm>
          <a:prstGeom prst="rect">
            <a:avLst/>
          </a:prstGeom>
          <a:noFill/>
        </p:spPr>
        <p:txBody>
          <a:bodyPr wrap="square" rtlCol="0">
            <a:spAutoFit/>
          </a:bodyPr>
          <a:lstStyle/>
          <a:p>
            <a:pPr marL="285750" indent="-285750">
              <a:buFont typeface="Wingdings" panose="05000000000000000000" pitchFamily="2" charset="2"/>
              <a:buChar char="§"/>
            </a:pPr>
            <a:r>
              <a:rPr lang="en-IN" dirty="0"/>
              <a:t>Set</a:t>
            </a:r>
          </a:p>
          <a:p>
            <a:pPr marL="742950" lvl="1" indent="-285750">
              <a:buFont typeface="Wingdings" panose="05000000000000000000" pitchFamily="2" charset="2"/>
              <a:buChar char="§"/>
            </a:pPr>
            <a:r>
              <a:rPr lang="en-IN" dirty="0"/>
              <a:t>Sorted</a:t>
            </a:r>
          </a:p>
          <a:p>
            <a:pPr marL="742950" lvl="1" indent="-285750">
              <a:buFont typeface="Wingdings" panose="05000000000000000000" pitchFamily="2" charset="2"/>
              <a:buChar char="§"/>
            </a:pPr>
            <a:r>
              <a:rPr lang="en-IN" dirty="0"/>
              <a:t>No duplicates</a:t>
            </a:r>
          </a:p>
          <a:p>
            <a:pPr marL="742950" lvl="1" indent="-285750">
              <a:buFont typeface="Wingdings" panose="05000000000000000000" pitchFamily="2" charset="2"/>
              <a:buChar char="§"/>
            </a:pPr>
            <a:endParaRPr lang="en-IN" dirty="0"/>
          </a:p>
          <a:p>
            <a:pPr marL="285750" indent="-285750">
              <a:buFont typeface="Wingdings" panose="05000000000000000000" pitchFamily="2" charset="2"/>
              <a:buChar char="§"/>
            </a:pPr>
            <a:r>
              <a:rPr lang="en-IN" dirty="0"/>
              <a:t>Multiset</a:t>
            </a:r>
          </a:p>
          <a:p>
            <a:pPr marL="742950" lvl="1" indent="-285750">
              <a:buFont typeface="Wingdings" panose="05000000000000000000" pitchFamily="2" charset="2"/>
              <a:buChar char="§"/>
            </a:pPr>
            <a:r>
              <a:rPr lang="en-IN" dirty="0"/>
              <a:t>Sorted </a:t>
            </a:r>
          </a:p>
          <a:p>
            <a:pPr marL="742950" lvl="1" indent="-285750">
              <a:buFont typeface="Wingdings" panose="05000000000000000000" pitchFamily="2" charset="2"/>
              <a:buChar char="§"/>
            </a:pPr>
            <a:r>
              <a:rPr lang="en-IN" dirty="0"/>
              <a:t>Duplicates allowed</a:t>
            </a:r>
          </a:p>
          <a:p>
            <a:pPr marL="285750" indent="-285750">
              <a:buFont typeface="Wingdings" panose="05000000000000000000" pitchFamily="2" charset="2"/>
              <a:buChar char="§"/>
            </a:pPr>
            <a:endParaRPr lang="en-IN" dirty="0"/>
          </a:p>
          <a:p>
            <a:pPr marL="285750" indent="-285750">
              <a:buFont typeface="Wingdings" panose="05000000000000000000" pitchFamily="2" charset="2"/>
              <a:buChar char="§"/>
            </a:pPr>
            <a:r>
              <a:rPr lang="en-IN" dirty="0" err="1"/>
              <a:t>Unordred_multiset</a:t>
            </a:r>
            <a:endParaRPr lang="en-IN" dirty="0"/>
          </a:p>
          <a:p>
            <a:pPr marL="742950" lvl="1" indent="-285750">
              <a:buFont typeface="Wingdings" panose="05000000000000000000" pitchFamily="2" charset="2"/>
              <a:buChar char="§"/>
            </a:pPr>
            <a:r>
              <a:rPr lang="en-IN" dirty="0"/>
              <a:t>Not sorted</a:t>
            </a:r>
          </a:p>
          <a:p>
            <a:pPr marL="742950" lvl="1" indent="-285750">
              <a:buFont typeface="Wingdings" panose="05000000000000000000" pitchFamily="2" charset="2"/>
              <a:buChar char="§"/>
            </a:pPr>
            <a:r>
              <a:rPr lang="en-IN" dirty="0"/>
              <a:t>Duplicates allowed </a:t>
            </a:r>
          </a:p>
          <a:p>
            <a:pPr marL="742950" lvl="1" indent="-285750">
              <a:buFont typeface="Wingdings" panose="05000000000000000000" pitchFamily="2" charset="2"/>
              <a:buChar char="§"/>
            </a:pPr>
            <a:endParaRPr lang="en-IN" dirty="0"/>
          </a:p>
          <a:p>
            <a:pPr marL="285750" indent="-285750">
              <a:buFont typeface="Wingdings" panose="05000000000000000000" pitchFamily="2" charset="2"/>
              <a:buChar char="§"/>
            </a:pPr>
            <a:r>
              <a:rPr lang="en-IN" dirty="0" err="1"/>
              <a:t>Unordered_set</a:t>
            </a:r>
            <a:endParaRPr lang="en-IN" dirty="0"/>
          </a:p>
          <a:p>
            <a:pPr marL="742950" lvl="1" indent="-285750">
              <a:buFont typeface="Wingdings" panose="05000000000000000000" pitchFamily="2" charset="2"/>
              <a:buChar char="§"/>
            </a:pPr>
            <a:r>
              <a:rPr lang="en-IN" dirty="0"/>
              <a:t>Not sorted </a:t>
            </a:r>
          </a:p>
          <a:p>
            <a:pPr marL="742950" lvl="1" indent="-285750">
              <a:buFont typeface="Wingdings" panose="05000000000000000000" pitchFamily="2" charset="2"/>
              <a:buChar char="§"/>
            </a:pPr>
            <a:r>
              <a:rPr lang="en-IN" dirty="0"/>
              <a:t>No duplicates </a:t>
            </a:r>
          </a:p>
          <a:p>
            <a:pPr marL="285750" indent="-285750">
              <a:buFont typeface="Wingdings" panose="05000000000000000000" pitchFamily="2" charset="2"/>
              <a:buChar char="§"/>
            </a:pPr>
            <a:endParaRPr lang="en-IN" dirty="0"/>
          </a:p>
          <a:p>
            <a:pPr marL="742950" lvl="1" indent="-285750">
              <a:buFont typeface="Wingdings" panose="05000000000000000000" pitchFamily="2" charset="2"/>
              <a:buChar char="§"/>
            </a:pPr>
            <a:endParaRPr lang="en-IN" dirty="0"/>
          </a:p>
          <a:p>
            <a:pPr marL="742950" lvl="1" indent="-285750">
              <a:buFont typeface="Wingdings" panose="05000000000000000000" pitchFamily="2" charset="2"/>
              <a:buChar char="§"/>
            </a:pPr>
            <a:endParaRPr lang="en-IN" dirty="0"/>
          </a:p>
        </p:txBody>
      </p:sp>
    </p:spTree>
    <p:extLst>
      <p:ext uri="{BB962C8B-B14F-4D97-AF65-F5344CB8AC3E}">
        <p14:creationId xmlns:p14="http://schemas.microsoft.com/office/powerpoint/2010/main" val="1292606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C17E9-3656-45AC-8368-501705235785}"/>
              </a:ext>
            </a:extLst>
          </p:cNvPr>
          <p:cNvSpPr>
            <a:spLocks noGrp="1"/>
          </p:cNvSpPr>
          <p:nvPr>
            <p:ph type="title"/>
          </p:nvPr>
        </p:nvSpPr>
        <p:spPr>
          <a:xfrm>
            <a:off x="8235835" y="1031611"/>
            <a:ext cx="3889053" cy="1032081"/>
          </a:xfrm>
        </p:spPr>
        <p:txBody>
          <a:bodyPr>
            <a:normAutofit/>
          </a:bodyPr>
          <a:lstStyle/>
          <a:p>
            <a:r>
              <a:rPr lang="en-IN" sz="3200" dirty="0"/>
              <a:t>Set Basics</a:t>
            </a:r>
          </a:p>
        </p:txBody>
      </p:sp>
      <p:sp>
        <p:nvSpPr>
          <p:cNvPr id="3" name="TextBox 2">
            <a:extLst>
              <a:ext uri="{FF2B5EF4-FFF2-40B4-BE49-F238E27FC236}">
                <a16:creationId xmlns:a16="http://schemas.microsoft.com/office/drawing/2014/main" id="{60203564-D836-49A1-9EA4-72F3F2CDC9DC}"/>
              </a:ext>
            </a:extLst>
          </p:cNvPr>
          <p:cNvSpPr txBox="1"/>
          <p:nvPr/>
        </p:nvSpPr>
        <p:spPr>
          <a:xfrm>
            <a:off x="7843707" y="2310951"/>
            <a:ext cx="4175564" cy="4247317"/>
          </a:xfrm>
          <a:prstGeom prst="rect">
            <a:avLst/>
          </a:prstGeom>
          <a:noFill/>
        </p:spPr>
        <p:txBody>
          <a:bodyPr wrap="square" rtlCol="0">
            <a:spAutoFit/>
          </a:bodyPr>
          <a:lstStyle/>
          <a:p>
            <a:pPr marL="285750" indent="-285750">
              <a:buFont typeface="Wingdings" panose="05000000000000000000" pitchFamily="2" charset="2"/>
              <a:buChar char="§"/>
            </a:pPr>
            <a:r>
              <a:rPr lang="en-IN" dirty="0">
                <a:solidFill>
                  <a:schemeClr val="bg1"/>
                </a:solidFill>
              </a:rPr>
              <a:t>Values can have any datatype.</a:t>
            </a:r>
          </a:p>
          <a:p>
            <a:pPr marL="285750" indent="-285750">
              <a:buFont typeface="Wingdings" panose="05000000000000000000" pitchFamily="2" charset="2"/>
              <a:buChar char="§"/>
            </a:pPr>
            <a:r>
              <a:rPr lang="en-IN" dirty="0">
                <a:solidFill>
                  <a:schemeClr val="bg1"/>
                </a:solidFill>
              </a:rPr>
              <a:t>Can only be iterated with iterators.</a:t>
            </a:r>
          </a:p>
          <a:p>
            <a:pPr marL="285750" indent="-285750">
              <a:buFont typeface="Wingdings" panose="05000000000000000000" pitchFamily="2" charset="2"/>
              <a:buChar char="§"/>
            </a:pPr>
            <a:endParaRPr lang="en-IN" dirty="0">
              <a:solidFill>
                <a:schemeClr val="bg1"/>
              </a:solidFill>
            </a:endParaRPr>
          </a:p>
          <a:p>
            <a:pPr marL="285750" indent="-285750">
              <a:buFont typeface="Wingdings" panose="05000000000000000000" pitchFamily="2" charset="2"/>
              <a:buChar char="§"/>
            </a:pPr>
            <a:r>
              <a:rPr lang="en-IN" dirty="0">
                <a:solidFill>
                  <a:schemeClr val="bg1"/>
                </a:solidFill>
              </a:rPr>
              <a:t>set&lt;int&gt;</a:t>
            </a:r>
            <a:r>
              <a:rPr lang="en-IN" dirty="0" err="1">
                <a:solidFill>
                  <a:schemeClr val="bg1"/>
                </a:solidFill>
              </a:rPr>
              <a:t>st</a:t>
            </a:r>
            <a:r>
              <a:rPr lang="en-IN" dirty="0">
                <a:solidFill>
                  <a:schemeClr val="bg1"/>
                </a:solidFill>
              </a:rPr>
              <a:t>;</a:t>
            </a:r>
          </a:p>
          <a:p>
            <a:pPr marL="742950" lvl="1" indent="-285750">
              <a:buFont typeface="Wingdings" panose="05000000000000000000" pitchFamily="2" charset="2"/>
              <a:buChar char="§"/>
            </a:pPr>
            <a:r>
              <a:rPr lang="en-IN" dirty="0" err="1">
                <a:solidFill>
                  <a:schemeClr val="bg1"/>
                </a:solidFill>
              </a:rPr>
              <a:t>st.insert</a:t>
            </a:r>
            <a:r>
              <a:rPr lang="en-IN" dirty="0">
                <a:solidFill>
                  <a:schemeClr val="bg1"/>
                </a:solidFill>
              </a:rPr>
              <a:t>(5);</a:t>
            </a:r>
          </a:p>
          <a:p>
            <a:pPr marL="285750" indent="-285750">
              <a:buFont typeface="Wingdings" panose="05000000000000000000" pitchFamily="2" charset="2"/>
              <a:buChar char="§"/>
            </a:pPr>
            <a:endParaRPr lang="en-IN" dirty="0">
              <a:solidFill>
                <a:schemeClr val="bg1"/>
              </a:solidFill>
            </a:endParaRPr>
          </a:p>
          <a:p>
            <a:pPr marL="285750" indent="-285750">
              <a:buFont typeface="Wingdings" panose="05000000000000000000" pitchFamily="2" charset="2"/>
              <a:buChar char="§"/>
            </a:pPr>
            <a:r>
              <a:rPr lang="en-IN" dirty="0">
                <a:solidFill>
                  <a:schemeClr val="bg1"/>
                </a:solidFill>
              </a:rPr>
              <a:t>multiset&lt;int&gt;</a:t>
            </a:r>
            <a:r>
              <a:rPr lang="en-IN" dirty="0" err="1">
                <a:solidFill>
                  <a:schemeClr val="bg1"/>
                </a:solidFill>
              </a:rPr>
              <a:t>mst</a:t>
            </a:r>
            <a:r>
              <a:rPr lang="en-IN" dirty="0">
                <a:solidFill>
                  <a:schemeClr val="bg1"/>
                </a:solidFill>
              </a:rPr>
              <a:t>;</a:t>
            </a:r>
          </a:p>
          <a:p>
            <a:pPr marL="742950" lvl="1" indent="-285750">
              <a:buFont typeface="Wingdings" panose="05000000000000000000" pitchFamily="2" charset="2"/>
              <a:buChar char="§"/>
            </a:pPr>
            <a:r>
              <a:rPr lang="en-IN" dirty="0" err="1">
                <a:solidFill>
                  <a:schemeClr val="bg1"/>
                </a:solidFill>
              </a:rPr>
              <a:t>mst.insert</a:t>
            </a:r>
            <a:r>
              <a:rPr lang="en-IN" dirty="0">
                <a:solidFill>
                  <a:schemeClr val="bg1"/>
                </a:solidFill>
              </a:rPr>
              <a:t>(5);</a:t>
            </a:r>
          </a:p>
          <a:p>
            <a:pPr marL="285750" indent="-285750">
              <a:buFont typeface="Wingdings" panose="05000000000000000000" pitchFamily="2" charset="2"/>
              <a:buChar char="§"/>
            </a:pPr>
            <a:endParaRPr lang="en-IN" dirty="0">
              <a:solidFill>
                <a:schemeClr val="bg1"/>
              </a:solidFill>
            </a:endParaRPr>
          </a:p>
          <a:p>
            <a:pPr marL="285750" indent="-285750">
              <a:buFont typeface="Wingdings" panose="05000000000000000000" pitchFamily="2" charset="2"/>
              <a:buChar char="§"/>
            </a:pPr>
            <a:r>
              <a:rPr lang="en-IN" dirty="0" err="1">
                <a:solidFill>
                  <a:schemeClr val="bg1"/>
                </a:solidFill>
              </a:rPr>
              <a:t>unordered_set</a:t>
            </a:r>
            <a:r>
              <a:rPr lang="en-IN" dirty="0">
                <a:solidFill>
                  <a:schemeClr val="bg1"/>
                </a:solidFill>
              </a:rPr>
              <a:t>&lt;int&gt;</a:t>
            </a:r>
            <a:r>
              <a:rPr lang="en-IN" dirty="0" err="1">
                <a:solidFill>
                  <a:schemeClr val="bg1"/>
                </a:solidFill>
              </a:rPr>
              <a:t>ust</a:t>
            </a:r>
            <a:r>
              <a:rPr lang="en-IN" dirty="0">
                <a:solidFill>
                  <a:schemeClr val="bg1"/>
                </a:solidFill>
              </a:rPr>
              <a:t>;</a:t>
            </a:r>
          </a:p>
          <a:p>
            <a:pPr marL="742950" lvl="1" indent="-285750">
              <a:buFont typeface="Wingdings" panose="05000000000000000000" pitchFamily="2" charset="2"/>
              <a:buChar char="§"/>
            </a:pPr>
            <a:r>
              <a:rPr lang="en-IN" dirty="0" err="1">
                <a:solidFill>
                  <a:schemeClr val="bg1"/>
                </a:solidFill>
              </a:rPr>
              <a:t>ust.insert</a:t>
            </a:r>
            <a:r>
              <a:rPr lang="en-IN" dirty="0">
                <a:solidFill>
                  <a:schemeClr val="bg1"/>
                </a:solidFill>
              </a:rPr>
              <a:t>(5);</a:t>
            </a:r>
          </a:p>
          <a:p>
            <a:pPr marL="285750" indent="-285750">
              <a:buFont typeface="Wingdings" panose="05000000000000000000" pitchFamily="2" charset="2"/>
              <a:buChar char="§"/>
            </a:pPr>
            <a:endParaRPr lang="en-IN" dirty="0">
              <a:solidFill>
                <a:schemeClr val="bg1"/>
              </a:solidFill>
            </a:endParaRPr>
          </a:p>
          <a:p>
            <a:pPr marL="285750" indent="-285750">
              <a:buFont typeface="Wingdings" panose="05000000000000000000" pitchFamily="2" charset="2"/>
              <a:buChar char="§"/>
            </a:pPr>
            <a:r>
              <a:rPr lang="en-IN" dirty="0" err="1">
                <a:solidFill>
                  <a:schemeClr val="bg1"/>
                </a:solidFill>
              </a:rPr>
              <a:t>unordered_multiset</a:t>
            </a:r>
            <a:r>
              <a:rPr lang="en-IN" dirty="0">
                <a:solidFill>
                  <a:schemeClr val="bg1"/>
                </a:solidFill>
              </a:rPr>
              <a:t>&lt;int&gt;</a:t>
            </a:r>
            <a:r>
              <a:rPr lang="en-IN" dirty="0" err="1">
                <a:solidFill>
                  <a:schemeClr val="bg1"/>
                </a:solidFill>
              </a:rPr>
              <a:t>umst</a:t>
            </a:r>
            <a:r>
              <a:rPr lang="en-IN" dirty="0">
                <a:solidFill>
                  <a:schemeClr val="bg1"/>
                </a:solidFill>
              </a:rPr>
              <a:t>;</a:t>
            </a:r>
          </a:p>
          <a:p>
            <a:pPr marL="742950" lvl="1" indent="-285750">
              <a:buFont typeface="Wingdings" panose="05000000000000000000" pitchFamily="2" charset="2"/>
              <a:buChar char="§"/>
            </a:pPr>
            <a:r>
              <a:rPr lang="en-IN" dirty="0" err="1">
                <a:solidFill>
                  <a:schemeClr val="bg1"/>
                </a:solidFill>
              </a:rPr>
              <a:t>umst.insert</a:t>
            </a:r>
            <a:r>
              <a:rPr lang="en-IN" dirty="0">
                <a:solidFill>
                  <a:schemeClr val="bg1"/>
                </a:solidFill>
              </a:rPr>
              <a:t>(5);</a:t>
            </a:r>
          </a:p>
          <a:p>
            <a:endParaRPr lang="en-IN" sz="1800" dirty="0">
              <a:solidFill>
                <a:schemeClr val="bg1"/>
              </a:solidFill>
            </a:endParaRPr>
          </a:p>
        </p:txBody>
      </p:sp>
      <p:graphicFrame>
        <p:nvGraphicFramePr>
          <p:cNvPr id="4" name="Table 4">
            <a:extLst>
              <a:ext uri="{FF2B5EF4-FFF2-40B4-BE49-F238E27FC236}">
                <a16:creationId xmlns:a16="http://schemas.microsoft.com/office/drawing/2014/main" id="{DD4C9906-DEF3-4AF0-A5D0-DB2518A724D3}"/>
              </a:ext>
            </a:extLst>
          </p:cNvPr>
          <p:cNvGraphicFramePr>
            <a:graphicFrameLocks noGrp="1"/>
          </p:cNvGraphicFramePr>
          <p:nvPr>
            <p:extLst>
              <p:ext uri="{D42A27DB-BD31-4B8C-83A1-F6EECF244321}">
                <p14:modId xmlns:p14="http://schemas.microsoft.com/office/powerpoint/2010/main" val="2018760523"/>
              </p:ext>
            </p:extLst>
          </p:nvPr>
        </p:nvGraphicFramePr>
        <p:xfrm>
          <a:off x="679505" y="2034968"/>
          <a:ext cx="5352175" cy="370840"/>
        </p:xfrm>
        <a:graphic>
          <a:graphicData uri="http://schemas.openxmlformats.org/drawingml/2006/table">
            <a:tbl>
              <a:tblPr firstRow="1" bandRow="1">
                <a:tableStyleId>{5C22544A-7EE6-4342-B048-85BDC9FD1C3A}</a:tableStyleId>
              </a:tblPr>
              <a:tblGrid>
                <a:gridCol w="1070435">
                  <a:extLst>
                    <a:ext uri="{9D8B030D-6E8A-4147-A177-3AD203B41FA5}">
                      <a16:colId xmlns:a16="http://schemas.microsoft.com/office/drawing/2014/main" val="1378760032"/>
                    </a:ext>
                  </a:extLst>
                </a:gridCol>
                <a:gridCol w="1070435">
                  <a:extLst>
                    <a:ext uri="{9D8B030D-6E8A-4147-A177-3AD203B41FA5}">
                      <a16:colId xmlns:a16="http://schemas.microsoft.com/office/drawing/2014/main" val="931443485"/>
                    </a:ext>
                  </a:extLst>
                </a:gridCol>
                <a:gridCol w="1070435">
                  <a:extLst>
                    <a:ext uri="{9D8B030D-6E8A-4147-A177-3AD203B41FA5}">
                      <a16:colId xmlns:a16="http://schemas.microsoft.com/office/drawing/2014/main" val="66849290"/>
                    </a:ext>
                  </a:extLst>
                </a:gridCol>
                <a:gridCol w="1070435">
                  <a:extLst>
                    <a:ext uri="{9D8B030D-6E8A-4147-A177-3AD203B41FA5}">
                      <a16:colId xmlns:a16="http://schemas.microsoft.com/office/drawing/2014/main" val="1677755210"/>
                    </a:ext>
                  </a:extLst>
                </a:gridCol>
                <a:gridCol w="1070435">
                  <a:extLst>
                    <a:ext uri="{9D8B030D-6E8A-4147-A177-3AD203B41FA5}">
                      <a16:colId xmlns:a16="http://schemas.microsoft.com/office/drawing/2014/main" val="2529383143"/>
                    </a:ext>
                  </a:extLst>
                </a:gridCol>
              </a:tblGrid>
              <a:tr h="370840">
                <a:tc>
                  <a:txBody>
                    <a:bodyPr/>
                    <a:lstStyle/>
                    <a:p>
                      <a:endParaRPr lang="en-IN"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5</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9188710"/>
                  </a:ext>
                </a:extLst>
              </a:tr>
            </a:tbl>
          </a:graphicData>
        </a:graphic>
      </p:graphicFrame>
      <p:graphicFrame>
        <p:nvGraphicFramePr>
          <p:cNvPr id="7" name="Table 6">
            <a:extLst>
              <a:ext uri="{FF2B5EF4-FFF2-40B4-BE49-F238E27FC236}">
                <a16:creationId xmlns:a16="http://schemas.microsoft.com/office/drawing/2014/main" id="{680471F6-03C3-4D26-86C3-587AE351732C}"/>
              </a:ext>
            </a:extLst>
          </p:cNvPr>
          <p:cNvGraphicFramePr>
            <a:graphicFrameLocks noGrp="1"/>
          </p:cNvGraphicFramePr>
          <p:nvPr>
            <p:extLst>
              <p:ext uri="{D42A27DB-BD31-4B8C-83A1-F6EECF244321}">
                <p14:modId xmlns:p14="http://schemas.microsoft.com/office/powerpoint/2010/main" val="3246867947"/>
              </p:ext>
            </p:extLst>
          </p:nvPr>
        </p:nvGraphicFramePr>
        <p:xfrm>
          <a:off x="679505" y="2918139"/>
          <a:ext cx="5352175" cy="370840"/>
        </p:xfrm>
        <a:graphic>
          <a:graphicData uri="http://schemas.openxmlformats.org/drawingml/2006/table">
            <a:tbl>
              <a:tblPr firstRow="1" bandRow="1">
                <a:tableStyleId>{5C22544A-7EE6-4342-B048-85BDC9FD1C3A}</a:tableStyleId>
              </a:tblPr>
              <a:tblGrid>
                <a:gridCol w="1070435">
                  <a:extLst>
                    <a:ext uri="{9D8B030D-6E8A-4147-A177-3AD203B41FA5}">
                      <a16:colId xmlns:a16="http://schemas.microsoft.com/office/drawing/2014/main" val="3502967566"/>
                    </a:ext>
                  </a:extLst>
                </a:gridCol>
                <a:gridCol w="1070435">
                  <a:extLst>
                    <a:ext uri="{9D8B030D-6E8A-4147-A177-3AD203B41FA5}">
                      <a16:colId xmlns:a16="http://schemas.microsoft.com/office/drawing/2014/main" val="2236255750"/>
                    </a:ext>
                  </a:extLst>
                </a:gridCol>
                <a:gridCol w="1070435">
                  <a:extLst>
                    <a:ext uri="{9D8B030D-6E8A-4147-A177-3AD203B41FA5}">
                      <a16:colId xmlns:a16="http://schemas.microsoft.com/office/drawing/2014/main" val="116240198"/>
                    </a:ext>
                  </a:extLst>
                </a:gridCol>
                <a:gridCol w="1070435">
                  <a:extLst>
                    <a:ext uri="{9D8B030D-6E8A-4147-A177-3AD203B41FA5}">
                      <a16:colId xmlns:a16="http://schemas.microsoft.com/office/drawing/2014/main" val="4084589283"/>
                    </a:ext>
                  </a:extLst>
                </a:gridCol>
                <a:gridCol w="1070435">
                  <a:extLst>
                    <a:ext uri="{9D8B030D-6E8A-4147-A177-3AD203B41FA5}">
                      <a16:colId xmlns:a16="http://schemas.microsoft.com/office/drawing/2014/main" val="2855367054"/>
                    </a:ext>
                  </a:extLst>
                </a:gridCol>
              </a:tblGrid>
              <a:tr h="370840">
                <a:tc>
                  <a:txBody>
                    <a:bodyPr/>
                    <a:lstStyle/>
                    <a:p>
                      <a:endParaRPr lang="en-IN"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5</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28204620"/>
                  </a:ext>
                </a:extLst>
              </a:tr>
            </a:tbl>
          </a:graphicData>
        </a:graphic>
      </p:graphicFrame>
      <p:graphicFrame>
        <p:nvGraphicFramePr>
          <p:cNvPr id="8" name="Table 7">
            <a:extLst>
              <a:ext uri="{FF2B5EF4-FFF2-40B4-BE49-F238E27FC236}">
                <a16:creationId xmlns:a16="http://schemas.microsoft.com/office/drawing/2014/main" id="{D7C8B403-5F96-41A8-9AFC-3B83142051E3}"/>
              </a:ext>
            </a:extLst>
          </p:cNvPr>
          <p:cNvGraphicFramePr>
            <a:graphicFrameLocks noGrp="1"/>
          </p:cNvGraphicFramePr>
          <p:nvPr>
            <p:extLst>
              <p:ext uri="{D42A27DB-BD31-4B8C-83A1-F6EECF244321}">
                <p14:modId xmlns:p14="http://schemas.microsoft.com/office/powerpoint/2010/main" val="260651716"/>
              </p:ext>
            </p:extLst>
          </p:nvPr>
        </p:nvGraphicFramePr>
        <p:xfrm>
          <a:off x="679505" y="3840960"/>
          <a:ext cx="5352175" cy="370840"/>
        </p:xfrm>
        <a:graphic>
          <a:graphicData uri="http://schemas.openxmlformats.org/drawingml/2006/table">
            <a:tbl>
              <a:tblPr firstRow="1" bandRow="1">
                <a:tableStyleId>{5C22544A-7EE6-4342-B048-85BDC9FD1C3A}</a:tableStyleId>
              </a:tblPr>
              <a:tblGrid>
                <a:gridCol w="1070435">
                  <a:extLst>
                    <a:ext uri="{9D8B030D-6E8A-4147-A177-3AD203B41FA5}">
                      <a16:colId xmlns:a16="http://schemas.microsoft.com/office/drawing/2014/main" val="3502967566"/>
                    </a:ext>
                  </a:extLst>
                </a:gridCol>
                <a:gridCol w="1070435">
                  <a:extLst>
                    <a:ext uri="{9D8B030D-6E8A-4147-A177-3AD203B41FA5}">
                      <a16:colId xmlns:a16="http://schemas.microsoft.com/office/drawing/2014/main" val="2236255750"/>
                    </a:ext>
                  </a:extLst>
                </a:gridCol>
                <a:gridCol w="1070435">
                  <a:extLst>
                    <a:ext uri="{9D8B030D-6E8A-4147-A177-3AD203B41FA5}">
                      <a16:colId xmlns:a16="http://schemas.microsoft.com/office/drawing/2014/main" val="116240198"/>
                    </a:ext>
                  </a:extLst>
                </a:gridCol>
                <a:gridCol w="1070435">
                  <a:extLst>
                    <a:ext uri="{9D8B030D-6E8A-4147-A177-3AD203B41FA5}">
                      <a16:colId xmlns:a16="http://schemas.microsoft.com/office/drawing/2014/main" val="4084589283"/>
                    </a:ext>
                  </a:extLst>
                </a:gridCol>
                <a:gridCol w="1070435">
                  <a:extLst>
                    <a:ext uri="{9D8B030D-6E8A-4147-A177-3AD203B41FA5}">
                      <a16:colId xmlns:a16="http://schemas.microsoft.com/office/drawing/2014/main" val="2855367054"/>
                    </a:ext>
                  </a:extLst>
                </a:gridCol>
              </a:tblGrid>
              <a:tr h="370840">
                <a:tc>
                  <a:txBody>
                    <a:bodyPr/>
                    <a:lstStyle/>
                    <a:p>
                      <a:endParaRPr lang="en-IN"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5</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28204620"/>
                  </a:ext>
                </a:extLst>
              </a:tr>
            </a:tbl>
          </a:graphicData>
        </a:graphic>
      </p:graphicFrame>
      <p:graphicFrame>
        <p:nvGraphicFramePr>
          <p:cNvPr id="9" name="Table 8">
            <a:extLst>
              <a:ext uri="{FF2B5EF4-FFF2-40B4-BE49-F238E27FC236}">
                <a16:creationId xmlns:a16="http://schemas.microsoft.com/office/drawing/2014/main" id="{F076FE20-49C8-43B1-B957-8CC781A44C8C}"/>
              </a:ext>
            </a:extLst>
          </p:cNvPr>
          <p:cNvGraphicFramePr>
            <a:graphicFrameLocks noGrp="1"/>
          </p:cNvGraphicFramePr>
          <p:nvPr>
            <p:extLst>
              <p:ext uri="{D42A27DB-BD31-4B8C-83A1-F6EECF244321}">
                <p14:modId xmlns:p14="http://schemas.microsoft.com/office/powerpoint/2010/main" val="4077512818"/>
              </p:ext>
            </p:extLst>
          </p:nvPr>
        </p:nvGraphicFramePr>
        <p:xfrm>
          <a:off x="679508" y="4763782"/>
          <a:ext cx="5352175" cy="370840"/>
        </p:xfrm>
        <a:graphic>
          <a:graphicData uri="http://schemas.openxmlformats.org/drawingml/2006/table">
            <a:tbl>
              <a:tblPr firstRow="1" bandRow="1">
                <a:tableStyleId>{5C22544A-7EE6-4342-B048-85BDC9FD1C3A}</a:tableStyleId>
              </a:tblPr>
              <a:tblGrid>
                <a:gridCol w="1070435">
                  <a:extLst>
                    <a:ext uri="{9D8B030D-6E8A-4147-A177-3AD203B41FA5}">
                      <a16:colId xmlns:a16="http://schemas.microsoft.com/office/drawing/2014/main" val="3502967566"/>
                    </a:ext>
                  </a:extLst>
                </a:gridCol>
                <a:gridCol w="1070435">
                  <a:extLst>
                    <a:ext uri="{9D8B030D-6E8A-4147-A177-3AD203B41FA5}">
                      <a16:colId xmlns:a16="http://schemas.microsoft.com/office/drawing/2014/main" val="2236255750"/>
                    </a:ext>
                  </a:extLst>
                </a:gridCol>
                <a:gridCol w="1070435">
                  <a:extLst>
                    <a:ext uri="{9D8B030D-6E8A-4147-A177-3AD203B41FA5}">
                      <a16:colId xmlns:a16="http://schemas.microsoft.com/office/drawing/2014/main" val="116240198"/>
                    </a:ext>
                  </a:extLst>
                </a:gridCol>
                <a:gridCol w="1070435">
                  <a:extLst>
                    <a:ext uri="{9D8B030D-6E8A-4147-A177-3AD203B41FA5}">
                      <a16:colId xmlns:a16="http://schemas.microsoft.com/office/drawing/2014/main" val="4084589283"/>
                    </a:ext>
                  </a:extLst>
                </a:gridCol>
                <a:gridCol w="1070435">
                  <a:extLst>
                    <a:ext uri="{9D8B030D-6E8A-4147-A177-3AD203B41FA5}">
                      <a16:colId xmlns:a16="http://schemas.microsoft.com/office/drawing/2014/main" val="2855367054"/>
                    </a:ext>
                  </a:extLst>
                </a:gridCol>
              </a:tblGrid>
              <a:tr h="370840">
                <a:tc>
                  <a:txBody>
                    <a:bodyPr/>
                    <a:lstStyle/>
                    <a:p>
                      <a:endParaRPr lang="en-IN"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5</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28204620"/>
                  </a:ext>
                </a:extLst>
              </a:tr>
            </a:tbl>
          </a:graphicData>
        </a:graphic>
      </p:graphicFrame>
    </p:spTree>
    <p:extLst>
      <p:ext uri="{BB962C8B-B14F-4D97-AF65-F5344CB8AC3E}">
        <p14:creationId xmlns:p14="http://schemas.microsoft.com/office/powerpoint/2010/main" val="17057842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C17E9-3656-45AC-8368-501705235785}"/>
              </a:ext>
            </a:extLst>
          </p:cNvPr>
          <p:cNvSpPr>
            <a:spLocks noGrp="1"/>
          </p:cNvSpPr>
          <p:nvPr>
            <p:ph type="title"/>
          </p:nvPr>
        </p:nvSpPr>
        <p:spPr>
          <a:xfrm>
            <a:off x="8235835" y="1031611"/>
            <a:ext cx="3889053" cy="1032081"/>
          </a:xfrm>
        </p:spPr>
        <p:txBody>
          <a:bodyPr>
            <a:normAutofit/>
          </a:bodyPr>
          <a:lstStyle/>
          <a:p>
            <a:r>
              <a:rPr lang="en-IN" sz="3200" dirty="0"/>
              <a:t>Set Basics</a:t>
            </a:r>
          </a:p>
        </p:txBody>
      </p:sp>
      <p:sp>
        <p:nvSpPr>
          <p:cNvPr id="3" name="TextBox 2">
            <a:extLst>
              <a:ext uri="{FF2B5EF4-FFF2-40B4-BE49-F238E27FC236}">
                <a16:creationId xmlns:a16="http://schemas.microsoft.com/office/drawing/2014/main" id="{60203564-D836-49A1-9EA4-72F3F2CDC9DC}"/>
              </a:ext>
            </a:extLst>
          </p:cNvPr>
          <p:cNvSpPr txBox="1"/>
          <p:nvPr/>
        </p:nvSpPr>
        <p:spPr>
          <a:xfrm>
            <a:off x="8235835" y="1949642"/>
            <a:ext cx="4175564" cy="4524315"/>
          </a:xfrm>
          <a:prstGeom prst="rect">
            <a:avLst/>
          </a:prstGeom>
          <a:noFill/>
        </p:spPr>
        <p:txBody>
          <a:bodyPr wrap="square" rtlCol="0">
            <a:spAutoFit/>
          </a:bodyPr>
          <a:lstStyle/>
          <a:p>
            <a:pPr marL="285750" indent="-285750">
              <a:buFont typeface="Wingdings" panose="05000000000000000000" pitchFamily="2" charset="2"/>
              <a:buChar char="§"/>
            </a:pPr>
            <a:r>
              <a:rPr lang="en-IN" dirty="0">
                <a:solidFill>
                  <a:schemeClr val="bg1"/>
                </a:solidFill>
              </a:rPr>
              <a:t>set&lt;int&gt;</a:t>
            </a:r>
            <a:r>
              <a:rPr lang="en-IN" dirty="0" err="1">
                <a:solidFill>
                  <a:schemeClr val="bg1"/>
                </a:solidFill>
              </a:rPr>
              <a:t>st</a:t>
            </a:r>
            <a:r>
              <a:rPr lang="en-IN" dirty="0">
                <a:solidFill>
                  <a:schemeClr val="bg1"/>
                </a:solidFill>
              </a:rPr>
              <a:t>;</a:t>
            </a:r>
          </a:p>
          <a:p>
            <a:pPr marL="742950" lvl="1" indent="-285750">
              <a:buFont typeface="Wingdings" panose="05000000000000000000" pitchFamily="2" charset="2"/>
              <a:buChar char="§"/>
            </a:pPr>
            <a:r>
              <a:rPr lang="en-IN" dirty="0" err="1">
                <a:solidFill>
                  <a:schemeClr val="bg1"/>
                </a:solidFill>
              </a:rPr>
              <a:t>st.insert</a:t>
            </a:r>
            <a:r>
              <a:rPr lang="en-IN" dirty="0">
                <a:solidFill>
                  <a:schemeClr val="bg1"/>
                </a:solidFill>
              </a:rPr>
              <a:t>(5);</a:t>
            </a:r>
          </a:p>
          <a:p>
            <a:pPr marL="742950" lvl="1" indent="-285750">
              <a:buFont typeface="Wingdings" panose="05000000000000000000" pitchFamily="2" charset="2"/>
              <a:buChar char="§"/>
            </a:pPr>
            <a:r>
              <a:rPr lang="en-IN" dirty="0" err="1">
                <a:solidFill>
                  <a:schemeClr val="bg1"/>
                </a:solidFill>
              </a:rPr>
              <a:t>st.insert</a:t>
            </a:r>
            <a:r>
              <a:rPr lang="en-IN" dirty="0">
                <a:solidFill>
                  <a:schemeClr val="bg1"/>
                </a:solidFill>
              </a:rPr>
              <a:t>(5);</a:t>
            </a:r>
          </a:p>
          <a:p>
            <a:endParaRPr lang="en-IN" dirty="0">
              <a:solidFill>
                <a:schemeClr val="bg1"/>
              </a:solidFill>
            </a:endParaRPr>
          </a:p>
          <a:p>
            <a:pPr marL="285750" indent="-285750">
              <a:buFont typeface="Wingdings" panose="05000000000000000000" pitchFamily="2" charset="2"/>
              <a:buChar char="§"/>
            </a:pPr>
            <a:r>
              <a:rPr lang="en-IN" dirty="0">
                <a:solidFill>
                  <a:schemeClr val="bg1"/>
                </a:solidFill>
              </a:rPr>
              <a:t>multiset&lt;int&gt;</a:t>
            </a:r>
            <a:r>
              <a:rPr lang="en-IN" dirty="0" err="1">
                <a:solidFill>
                  <a:schemeClr val="bg1"/>
                </a:solidFill>
              </a:rPr>
              <a:t>mst</a:t>
            </a:r>
            <a:r>
              <a:rPr lang="en-IN" dirty="0">
                <a:solidFill>
                  <a:schemeClr val="bg1"/>
                </a:solidFill>
              </a:rPr>
              <a:t>;</a:t>
            </a:r>
          </a:p>
          <a:p>
            <a:pPr marL="742950" lvl="1" indent="-285750">
              <a:buFont typeface="Wingdings" panose="05000000000000000000" pitchFamily="2" charset="2"/>
              <a:buChar char="§"/>
            </a:pPr>
            <a:r>
              <a:rPr lang="en-IN" dirty="0" err="1">
                <a:solidFill>
                  <a:schemeClr val="bg1"/>
                </a:solidFill>
              </a:rPr>
              <a:t>mst.insert</a:t>
            </a:r>
            <a:r>
              <a:rPr lang="en-IN" dirty="0">
                <a:solidFill>
                  <a:schemeClr val="bg1"/>
                </a:solidFill>
              </a:rPr>
              <a:t>(5);</a:t>
            </a:r>
          </a:p>
          <a:p>
            <a:pPr marL="742950" lvl="1" indent="-285750">
              <a:buFont typeface="Wingdings" panose="05000000000000000000" pitchFamily="2" charset="2"/>
              <a:buChar char="§"/>
            </a:pPr>
            <a:r>
              <a:rPr lang="en-IN" dirty="0" err="1">
                <a:solidFill>
                  <a:schemeClr val="bg1"/>
                </a:solidFill>
              </a:rPr>
              <a:t>mst.insert</a:t>
            </a:r>
            <a:r>
              <a:rPr lang="en-IN" dirty="0">
                <a:solidFill>
                  <a:schemeClr val="bg1"/>
                </a:solidFill>
              </a:rPr>
              <a:t>(5);</a:t>
            </a:r>
          </a:p>
          <a:p>
            <a:endParaRPr lang="en-IN" dirty="0">
              <a:solidFill>
                <a:schemeClr val="bg1"/>
              </a:solidFill>
            </a:endParaRPr>
          </a:p>
          <a:p>
            <a:pPr marL="285750" indent="-285750">
              <a:buFont typeface="Wingdings" panose="05000000000000000000" pitchFamily="2" charset="2"/>
              <a:buChar char="§"/>
            </a:pPr>
            <a:r>
              <a:rPr lang="en-IN" dirty="0" err="1">
                <a:solidFill>
                  <a:schemeClr val="bg1"/>
                </a:solidFill>
              </a:rPr>
              <a:t>unordered_set</a:t>
            </a:r>
            <a:r>
              <a:rPr lang="en-IN" dirty="0">
                <a:solidFill>
                  <a:schemeClr val="bg1"/>
                </a:solidFill>
              </a:rPr>
              <a:t>&lt;int&gt;</a:t>
            </a:r>
            <a:r>
              <a:rPr lang="en-IN" dirty="0" err="1">
                <a:solidFill>
                  <a:schemeClr val="bg1"/>
                </a:solidFill>
              </a:rPr>
              <a:t>ust</a:t>
            </a:r>
            <a:r>
              <a:rPr lang="en-IN" dirty="0">
                <a:solidFill>
                  <a:schemeClr val="bg1"/>
                </a:solidFill>
              </a:rPr>
              <a:t>;</a:t>
            </a:r>
          </a:p>
          <a:p>
            <a:pPr marL="742950" lvl="1" indent="-285750">
              <a:buFont typeface="Wingdings" panose="05000000000000000000" pitchFamily="2" charset="2"/>
              <a:buChar char="§"/>
            </a:pPr>
            <a:r>
              <a:rPr lang="en-IN" dirty="0" err="1">
                <a:solidFill>
                  <a:schemeClr val="bg1"/>
                </a:solidFill>
              </a:rPr>
              <a:t>ust.insert</a:t>
            </a:r>
            <a:r>
              <a:rPr lang="en-IN" dirty="0">
                <a:solidFill>
                  <a:schemeClr val="bg1"/>
                </a:solidFill>
              </a:rPr>
              <a:t>(5);</a:t>
            </a:r>
          </a:p>
          <a:p>
            <a:pPr marL="742950" lvl="1" indent="-285750">
              <a:buFont typeface="Wingdings" panose="05000000000000000000" pitchFamily="2" charset="2"/>
              <a:buChar char="§"/>
            </a:pPr>
            <a:r>
              <a:rPr lang="en-IN" dirty="0" err="1">
                <a:solidFill>
                  <a:schemeClr val="bg1"/>
                </a:solidFill>
              </a:rPr>
              <a:t>ust.insert</a:t>
            </a:r>
            <a:r>
              <a:rPr lang="en-IN" dirty="0">
                <a:solidFill>
                  <a:schemeClr val="bg1"/>
                </a:solidFill>
              </a:rPr>
              <a:t>(5);</a:t>
            </a:r>
          </a:p>
          <a:p>
            <a:endParaRPr lang="en-IN" dirty="0">
              <a:solidFill>
                <a:schemeClr val="bg1"/>
              </a:solidFill>
            </a:endParaRPr>
          </a:p>
          <a:p>
            <a:pPr marL="285750" indent="-285750">
              <a:buFont typeface="Wingdings" panose="05000000000000000000" pitchFamily="2" charset="2"/>
              <a:buChar char="§"/>
            </a:pPr>
            <a:r>
              <a:rPr lang="en-IN" dirty="0" err="1">
                <a:solidFill>
                  <a:schemeClr val="bg1"/>
                </a:solidFill>
              </a:rPr>
              <a:t>unordered_multiset</a:t>
            </a:r>
            <a:r>
              <a:rPr lang="en-IN" dirty="0">
                <a:solidFill>
                  <a:schemeClr val="bg1"/>
                </a:solidFill>
              </a:rPr>
              <a:t>&lt;int&gt;</a:t>
            </a:r>
            <a:r>
              <a:rPr lang="en-IN" dirty="0" err="1">
                <a:solidFill>
                  <a:schemeClr val="bg1"/>
                </a:solidFill>
              </a:rPr>
              <a:t>umst</a:t>
            </a:r>
            <a:r>
              <a:rPr lang="en-IN" dirty="0">
                <a:solidFill>
                  <a:schemeClr val="bg1"/>
                </a:solidFill>
              </a:rPr>
              <a:t>;</a:t>
            </a:r>
          </a:p>
          <a:p>
            <a:pPr marL="742950" lvl="1" indent="-285750">
              <a:buFont typeface="Wingdings" panose="05000000000000000000" pitchFamily="2" charset="2"/>
              <a:buChar char="§"/>
            </a:pPr>
            <a:r>
              <a:rPr lang="en-IN" dirty="0" err="1">
                <a:solidFill>
                  <a:schemeClr val="bg1"/>
                </a:solidFill>
              </a:rPr>
              <a:t>umst.insert</a:t>
            </a:r>
            <a:r>
              <a:rPr lang="en-IN" dirty="0">
                <a:solidFill>
                  <a:schemeClr val="bg1"/>
                </a:solidFill>
              </a:rPr>
              <a:t>(5);</a:t>
            </a:r>
          </a:p>
          <a:p>
            <a:pPr marL="742950" lvl="1" indent="-285750">
              <a:buFont typeface="Wingdings" panose="05000000000000000000" pitchFamily="2" charset="2"/>
              <a:buChar char="§"/>
            </a:pPr>
            <a:r>
              <a:rPr lang="en-IN" dirty="0" err="1">
                <a:solidFill>
                  <a:schemeClr val="bg1"/>
                </a:solidFill>
              </a:rPr>
              <a:t>umst.insert</a:t>
            </a:r>
            <a:r>
              <a:rPr lang="en-IN" dirty="0">
                <a:solidFill>
                  <a:schemeClr val="bg1"/>
                </a:solidFill>
              </a:rPr>
              <a:t>(5);</a:t>
            </a:r>
          </a:p>
          <a:p>
            <a:endParaRPr lang="en-IN" sz="1800" dirty="0">
              <a:solidFill>
                <a:schemeClr val="bg1"/>
              </a:solidFill>
            </a:endParaRPr>
          </a:p>
        </p:txBody>
      </p:sp>
      <p:graphicFrame>
        <p:nvGraphicFramePr>
          <p:cNvPr id="4" name="Table 4">
            <a:extLst>
              <a:ext uri="{FF2B5EF4-FFF2-40B4-BE49-F238E27FC236}">
                <a16:creationId xmlns:a16="http://schemas.microsoft.com/office/drawing/2014/main" id="{DD4C9906-DEF3-4AF0-A5D0-DB2518A724D3}"/>
              </a:ext>
            </a:extLst>
          </p:cNvPr>
          <p:cNvGraphicFramePr>
            <a:graphicFrameLocks noGrp="1"/>
          </p:cNvGraphicFramePr>
          <p:nvPr/>
        </p:nvGraphicFramePr>
        <p:xfrm>
          <a:off x="679505" y="2034968"/>
          <a:ext cx="5352175" cy="370840"/>
        </p:xfrm>
        <a:graphic>
          <a:graphicData uri="http://schemas.openxmlformats.org/drawingml/2006/table">
            <a:tbl>
              <a:tblPr firstRow="1" bandRow="1">
                <a:tableStyleId>{5C22544A-7EE6-4342-B048-85BDC9FD1C3A}</a:tableStyleId>
              </a:tblPr>
              <a:tblGrid>
                <a:gridCol w="1070435">
                  <a:extLst>
                    <a:ext uri="{9D8B030D-6E8A-4147-A177-3AD203B41FA5}">
                      <a16:colId xmlns:a16="http://schemas.microsoft.com/office/drawing/2014/main" val="1378760032"/>
                    </a:ext>
                  </a:extLst>
                </a:gridCol>
                <a:gridCol w="1070435">
                  <a:extLst>
                    <a:ext uri="{9D8B030D-6E8A-4147-A177-3AD203B41FA5}">
                      <a16:colId xmlns:a16="http://schemas.microsoft.com/office/drawing/2014/main" val="931443485"/>
                    </a:ext>
                  </a:extLst>
                </a:gridCol>
                <a:gridCol w="1070435">
                  <a:extLst>
                    <a:ext uri="{9D8B030D-6E8A-4147-A177-3AD203B41FA5}">
                      <a16:colId xmlns:a16="http://schemas.microsoft.com/office/drawing/2014/main" val="66849290"/>
                    </a:ext>
                  </a:extLst>
                </a:gridCol>
                <a:gridCol w="1070435">
                  <a:extLst>
                    <a:ext uri="{9D8B030D-6E8A-4147-A177-3AD203B41FA5}">
                      <a16:colId xmlns:a16="http://schemas.microsoft.com/office/drawing/2014/main" val="1677755210"/>
                    </a:ext>
                  </a:extLst>
                </a:gridCol>
                <a:gridCol w="1070435">
                  <a:extLst>
                    <a:ext uri="{9D8B030D-6E8A-4147-A177-3AD203B41FA5}">
                      <a16:colId xmlns:a16="http://schemas.microsoft.com/office/drawing/2014/main" val="2529383143"/>
                    </a:ext>
                  </a:extLst>
                </a:gridCol>
              </a:tblGrid>
              <a:tr h="370840">
                <a:tc>
                  <a:txBody>
                    <a:bodyPr/>
                    <a:lstStyle/>
                    <a:p>
                      <a:endParaRPr lang="en-IN"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5</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9188710"/>
                  </a:ext>
                </a:extLst>
              </a:tr>
            </a:tbl>
          </a:graphicData>
        </a:graphic>
      </p:graphicFrame>
      <p:graphicFrame>
        <p:nvGraphicFramePr>
          <p:cNvPr id="7" name="Table 6">
            <a:extLst>
              <a:ext uri="{FF2B5EF4-FFF2-40B4-BE49-F238E27FC236}">
                <a16:creationId xmlns:a16="http://schemas.microsoft.com/office/drawing/2014/main" id="{680471F6-03C3-4D26-86C3-587AE351732C}"/>
              </a:ext>
            </a:extLst>
          </p:cNvPr>
          <p:cNvGraphicFramePr>
            <a:graphicFrameLocks noGrp="1"/>
          </p:cNvGraphicFramePr>
          <p:nvPr>
            <p:extLst>
              <p:ext uri="{D42A27DB-BD31-4B8C-83A1-F6EECF244321}">
                <p14:modId xmlns:p14="http://schemas.microsoft.com/office/powerpoint/2010/main" val="2334495037"/>
              </p:ext>
            </p:extLst>
          </p:nvPr>
        </p:nvGraphicFramePr>
        <p:xfrm>
          <a:off x="679504" y="2918139"/>
          <a:ext cx="5352176" cy="370840"/>
        </p:xfrm>
        <a:graphic>
          <a:graphicData uri="http://schemas.openxmlformats.org/drawingml/2006/table">
            <a:tbl>
              <a:tblPr firstRow="1" bandRow="1">
                <a:tableStyleId>{5C22544A-7EE6-4342-B048-85BDC9FD1C3A}</a:tableStyleId>
              </a:tblPr>
              <a:tblGrid>
                <a:gridCol w="2676088">
                  <a:extLst>
                    <a:ext uri="{9D8B030D-6E8A-4147-A177-3AD203B41FA5}">
                      <a16:colId xmlns:a16="http://schemas.microsoft.com/office/drawing/2014/main" val="2236255750"/>
                    </a:ext>
                  </a:extLst>
                </a:gridCol>
                <a:gridCol w="2676088">
                  <a:extLst>
                    <a:ext uri="{9D8B030D-6E8A-4147-A177-3AD203B41FA5}">
                      <a16:colId xmlns:a16="http://schemas.microsoft.com/office/drawing/2014/main" val="116240198"/>
                    </a:ext>
                  </a:extLst>
                </a:gridCol>
              </a:tblGrid>
              <a:tr h="370840">
                <a:tc>
                  <a:txBody>
                    <a:bodyPr/>
                    <a:lstStyle/>
                    <a:p>
                      <a:pPr algn="ct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28204620"/>
                  </a:ext>
                </a:extLst>
              </a:tr>
            </a:tbl>
          </a:graphicData>
        </a:graphic>
      </p:graphicFrame>
      <p:graphicFrame>
        <p:nvGraphicFramePr>
          <p:cNvPr id="8" name="Table 7">
            <a:extLst>
              <a:ext uri="{FF2B5EF4-FFF2-40B4-BE49-F238E27FC236}">
                <a16:creationId xmlns:a16="http://schemas.microsoft.com/office/drawing/2014/main" id="{D7C8B403-5F96-41A8-9AFC-3B83142051E3}"/>
              </a:ext>
            </a:extLst>
          </p:cNvPr>
          <p:cNvGraphicFramePr>
            <a:graphicFrameLocks noGrp="1"/>
          </p:cNvGraphicFramePr>
          <p:nvPr/>
        </p:nvGraphicFramePr>
        <p:xfrm>
          <a:off x="679505" y="3840960"/>
          <a:ext cx="5352175" cy="370840"/>
        </p:xfrm>
        <a:graphic>
          <a:graphicData uri="http://schemas.openxmlformats.org/drawingml/2006/table">
            <a:tbl>
              <a:tblPr firstRow="1" bandRow="1">
                <a:tableStyleId>{5C22544A-7EE6-4342-B048-85BDC9FD1C3A}</a:tableStyleId>
              </a:tblPr>
              <a:tblGrid>
                <a:gridCol w="1070435">
                  <a:extLst>
                    <a:ext uri="{9D8B030D-6E8A-4147-A177-3AD203B41FA5}">
                      <a16:colId xmlns:a16="http://schemas.microsoft.com/office/drawing/2014/main" val="3502967566"/>
                    </a:ext>
                  </a:extLst>
                </a:gridCol>
                <a:gridCol w="1070435">
                  <a:extLst>
                    <a:ext uri="{9D8B030D-6E8A-4147-A177-3AD203B41FA5}">
                      <a16:colId xmlns:a16="http://schemas.microsoft.com/office/drawing/2014/main" val="2236255750"/>
                    </a:ext>
                  </a:extLst>
                </a:gridCol>
                <a:gridCol w="1070435">
                  <a:extLst>
                    <a:ext uri="{9D8B030D-6E8A-4147-A177-3AD203B41FA5}">
                      <a16:colId xmlns:a16="http://schemas.microsoft.com/office/drawing/2014/main" val="116240198"/>
                    </a:ext>
                  </a:extLst>
                </a:gridCol>
                <a:gridCol w="1070435">
                  <a:extLst>
                    <a:ext uri="{9D8B030D-6E8A-4147-A177-3AD203B41FA5}">
                      <a16:colId xmlns:a16="http://schemas.microsoft.com/office/drawing/2014/main" val="4084589283"/>
                    </a:ext>
                  </a:extLst>
                </a:gridCol>
                <a:gridCol w="1070435">
                  <a:extLst>
                    <a:ext uri="{9D8B030D-6E8A-4147-A177-3AD203B41FA5}">
                      <a16:colId xmlns:a16="http://schemas.microsoft.com/office/drawing/2014/main" val="2855367054"/>
                    </a:ext>
                  </a:extLst>
                </a:gridCol>
              </a:tblGrid>
              <a:tr h="370840">
                <a:tc>
                  <a:txBody>
                    <a:bodyPr/>
                    <a:lstStyle/>
                    <a:p>
                      <a:endParaRPr lang="en-IN"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5</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28204620"/>
                  </a:ext>
                </a:extLst>
              </a:tr>
            </a:tbl>
          </a:graphicData>
        </a:graphic>
      </p:graphicFrame>
      <p:graphicFrame>
        <p:nvGraphicFramePr>
          <p:cNvPr id="5" name="Table 4">
            <a:extLst>
              <a:ext uri="{FF2B5EF4-FFF2-40B4-BE49-F238E27FC236}">
                <a16:creationId xmlns:a16="http://schemas.microsoft.com/office/drawing/2014/main" id="{057B2247-1413-45AC-8003-4D38A49BB1CB}"/>
              </a:ext>
            </a:extLst>
          </p:cNvPr>
          <p:cNvGraphicFramePr>
            <a:graphicFrameLocks noGrp="1"/>
          </p:cNvGraphicFramePr>
          <p:nvPr>
            <p:extLst>
              <p:ext uri="{D42A27DB-BD31-4B8C-83A1-F6EECF244321}">
                <p14:modId xmlns:p14="http://schemas.microsoft.com/office/powerpoint/2010/main" val="1839216025"/>
              </p:ext>
            </p:extLst>
          </p:nvPr>
        </p:nvGraphicFramePr>
        <p:xfrm>
          <a:off x="679504" y="4763781"/>
          <a:ext cx="5352176" cy="370840"/>
        </p:xfrm>
        <a:graphic>
          <a:graphicData uri="http://schemas.openxmlformats.org/drawingml/2006/table">
            <a:tbl>
              <a:tblPr firstRow="1" bandRow="1">
                <a:tableStyleId>{5C22544A-7EE6-4342-B048-85BDC9FD1C3A}</a:tableStyleId>
              </a:tblPr>
              <a:tblGrid>
                <a:gridCol w="2676088">
                  <a:extLst>
                    <a:ext uri="{9D8B030D-6E8A-4147-A177-3AD203B41FA5}">
                      <a16:colId xmlns:a16="http://schemas.microsoft.com/office/drawing/2014/main" val="3706851462"/>
                    </a:ext>
                  </a:extLst>
                </a:gridCol>
                <a:gridCol w="2676088">
                  <a:extLst>
                    <a:ext uri="{9D8B030D-6E8A-4147-A177-3AD203B41FA5}">
                      <a16:colId xmlns:a16="http://schemas.microsoft.com/office/drawing/2014/main" val="4262281255"/>
                    </a:ext>
                  </a:extLst>
                </a:gridCol>
              </a:tblGrid>
              <a:tr h="370840">
                <a:tc>
                  <a:txBody>
                    <a:bodyPr/>
                    <a:lstStyle/>
                    <a:p>
                      <a:pPr algn="ct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12312831"/>
                  </a:ext>
                </a:extLst>
              </a:tr>
            </a:tbl>
          </a:graphicData>
        </a:graphic>
      </p:graphicFrame>
    </p:spTree>
    <p:extLst>
      <p:ext uri="{BB962C8B-B14F-4D97-AF65-F5344CB8AC3E}">
        <p14:creationId xmlns:p14="http://schemas.microsoft.com/office/powerpoint/2010/main" val="526265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C17E9-3656-45AC-8368-501705235785}"/>
              </a:ext>
            </a:extLst>
          </p:cNvPr>
          <p:cNvSpPr>
            <a:spLocks noGrp="1"/>
          </p:cNvSpPr>
          <p:nvPr>
            <p:ph type="title"/>
          </p:nvPr>
        </p:nvSpPr>
        <p:spPr>
          <a:xfrm>
            <a:off x="8235835" y="1031611"/>
            <a:ext cx="3889053" cy="1032081"/>
          </a:xfrm>
        </p:spPr>
        <p:txBody>
          <a:bodyPr>
            <a:normAutofit/>
          </a:bodyPr>
          <a:lstStyle/>
          <a:p>
            <a:r>
              <a:rPr lang="en-IN" sz="3200" dirty="0"/>
              <a:t>Set Basics</a:t>
            </a:r>
          </a:p>
        </p:txBody>
      </p:sp>
      <p:sp>
        <p:nvSpPr>
          <p:cNvPr id="3" name="TextBox 2">
            <a:extLst>
              <a:ext uri="{FF2B5EF4-FFF2-40B4-BE49-F238E27FC236}">
                <a16:creationId xmlns:a16="http://schemas.microsoft.com/office/drawing/2014/main" id="{60203564-D836-49A1-9EA4-72F3F2CDC9DC}"/>
              </a:ext>
            </a:extLst>
          </p:cNvPr>
          <p:cNvSpPr txBox="1"/>
          <p:nvPr/>
        </p:nvSpPr>
        <p:spPr>
          <a:xfrm>
            <a:off x="8235835" y="1949642"/>
            <a:ext cx="4175564" cy="4524315"/>
          </a:xfrm>
          <a:prstGeom prst="rect">
            <a:avLst/>
          </a:prstGeom>
          <a:noFill/>
        </p:spPr>
        <p:txBody>
          <a:bodyPr wrap="square" rtlCol="0">
            <a:spAutoFit/>
          </a:bodyPr>
          <a:lstStyle/>
          <a:p>
            <a:pPr marL="285750" indent="-285750">
              <a:buFont typeface="Wingdings" panose="05000000000000000000" pitchFamily="2" charset="2"/>
              <a:buChar char="§"/>
            </a:pPr>
            <a:r>
              <a:rPr lang="en-IN" dirty="0">
                <a:solidFill>
                  <a:schemeClr val="bg1"/>
                </a:solidFill>
              </a:rPr>
              <a:t>set&lt;int&gt;</a:t>
            </a:r>
            <a:r>
              <a:rPr lang="en-IN" dirty="0" err="1">
                <a:solidFill>
                  <a:schemeClr val="bg1"/>
                </a:solidFill>
              </a:rPr>
              <a:t>st</a:t>
            </a:r>
            <a:r>
              <a:rPr lang="en-IN" dirty="0">
                <a:solidFill>
                  <a:schemeClr val="bg1"/>
                </a:solidFill>
              </a:rPr>
              <a:t>;</a:t>
            </a:r>
          </a:p>
          <a:p>
            <a:pPr marL="742950" lvl="1" indent="-285750">
              <a:buFont typeface="Wingdings" panose="05000000000000000000" pitchFamily="2" charset="2"/>
              <a:buChar char="§"/>
            </a:pPr>
            <a:r>
              <a:rPr lang="en-IN" dirty="0" err="1">
                <a:solidFill>
                  <a:schemeClr val="bg1"/>
                </a:solidFill>
              </a:rPr>
              <a:t>st.insert</a:t>
            </a:r>
            <a:r>
              <a:rPr lang="en-IN" dirty="0">
                <a:solidFill>
                  <a:schemeClr val="bg1"/>
                </a:solidFill>
              </a:rPr>
              <a:t>(6);</a:t>
            </a:r>
          </a:p>
          <a:p>
            <a:pPr marL="742950" lvl="1" indent="-285750">
              <a:buFont typeface="Wingdings" panose="05000000000000000000" pitchFamily="2" charset="2"/>
              <a:buChar char="§"/>
            </a:pPr>
            <a:r>
              <a:rPr lang="en-IN" dirty="0" err="1">
                <a:solidFill>
                  <a:schemeClr val="bg1"/>
                </a:solidFill>
              </a:rPr>
              <a:t>st.insert</a:t>
            </a:r>
            <a:r>
              <a:rPr lang="en-IN" dirty="0">
                <a:solidFill>
                  <a:schemeClr val="bg1"/>
                </a:solidFill>
              </a:rPr>
              <a:t>(4);</a:t>
            </a:r>
          </a:p>
          <a:p>
            <a:endParaRPr lang="en-IN" dirty="0">
              <a:solidFill>
                <a:schemeClr val="bg1"/>
              </a:solidFill>
            </a:endParaRPr>
          </a:p>
          <a:p>
            <a:pPr marL="285750" indent="-285750">
              <a:buFont typeface="Wingdings" panose="05000000000000000000" pitchFamily="2" charset="2"/>
              <a:buChar char="§"/>
            </a:pPr>
            <a:r>
              <a:rPr lang="en-IN" dirty="0">
                <a:solidFill>
                  <a:schemeClr val="bg1"/>
                </a:solidFill>
              </a:rPr>
              <a:t>multiset&lt;int&gt;</a:t>
            </a:r>
            <a:r>
              <a:rPr lang="en-IN" dirty="0" err="1">
                <a:solidFill>
                  <a:schemeClr val="bg1"/>
                </a:solidFill>
              </a:rPr>
              <a:t>mst</a:t>
            </a:r>
            <a:r>
              <a:rPr lang="en-IN" dirty="0">
                <a:solidFill>
                  <a:schemeClr val="bg1"/>
                </a:solidFill>
              </a:rPr>
              <a:t>;</a:t>
            </a:r>
          </a:p>
          <a:p>
            <a:pPr marL="742950" lvl="1" indent="-285750">
              <a:buFont typeface="Wingdings" panose="05000000000000000000" pitchFamily="2" charset="2"/>
              <a:buChar char="§"/>
            </a:pPr>
            <a:r>
              <a:rPr lang="en-IN" dirty="0" err="1">
                <a:solidFill>
                  <a:schemeClr val="bg1"/>
                </a:solidFill>
              </a:rPr>
              <a:t>mst.insert</a:t>
            </a:r>
            <a:r>
              <a:rPr lang="en-IN" dirty="0">
                <a:solidFill>
                  <a:schemeClr val="bg1"/>
                </a:solidFill>
              </a:rPr>
              <a:t>(6);</a:t>
            </a:r>
          </a:p>
          <a:p>
            <a:pPr marL="742950" lvl="1" indent="-285750">
              <a:buFont typeface="Wingdings" panose="05000000000000000000" pitchFamily="2" charset="2"/>
              <a:buChar char="§"/>
            </a:pPr>
            <a:r>
              <a:rPr lang="en-IN" dirty="0" err="1">
                <a:solidFill>
                  <a:schemeClr val="bg1"/>
                </a:solidFill>
              </a:rPr>
              <a:t>mst.insert</a:t>
            </a:r>
            <a:r>
              <a:rPr lang="en-IN" dirty="0">
                <a:solidFill>
                  <a:schemeClr val="bg1"/>
                </a:solidFill>
              </a:rPr>
              <a:t>(4);</a:t>
            </a:r>
          </a:p>
          <a:p>
            <a:endParaRPr lang="en-IN" dirty="0">
              <a:solidFill>
                <a:schemeClr val="bg1"/>
              </a:solidFill>
            </a:endParaRPr>
          </a:p>
          <a:p>
            <a:pPr marL="285750" indent="-285750">
              <a:buFont typeface="Wingdings" panose="05000000000000000000" pitchFamily="2" charset="2"/>
              <a:buChar char="§"/>
            </a:pPr>
            <a:r>
              <a:rPr lang="en-IN" dirty="0" err="1">
                <a:solidFill>
                  <a:schemeClr val="bg1"/>
                </a:solidFill>
              </a:rPr>
              <a:t>unordered_set</a:t>
            </a:r>
            <a:r>
              <a:rPr lang="en-IN" dirty="0">
                <a:solidFill>
                  <a:schemeClr val="bg1"/>
                </a:solidFill>
              </a:rPr>
              <a:t>&lt;int&gt;</a:t>
            </a:r>
            <a:r>
              <a:rPr lang="en-IN" dirty="0" err="1">
                <a:solidFill>
                  <a:schemeClr val="bg1"/>
                </a:solidFill>
              </a:rPr>
              <a:t>ust</a:t>
            </a:r>
            <a:r>
              <a:rPr lang="en-IN" dirty="0">
                <a:solidFill>
                  <a:schemeClr val="bg1"/>
                </a:solidFill>
              </a:rPr>
              <a:t>;</a:t>
            </a:r>
          </a:p>
          <a:p>
            <a:pPr marL="742950" lvl="1" indent="-285750">
              <a:buFont typeface="Wingdings" panose="05000000000000000000" pitchFamily="2" charset="2"/>
              <a:buChar char="§"/>
            </a:pPr>
            <a:r>
              <a:rPr lang="en-IN" dirty="0" err="1">
                <a:solidFill>
                  <a:schemeClr val="bg1"/>
                </a:solidFill>
              </a:rPr>
              <a:t>ust.insert</a:t>
            </a:r>
            <a:r>
              <a:rPr lang="en-IN" dirty="0">
                <a:solidFill>
                  <a:schemeClr val="bg1"/>
                </a:solidFill>
              </a:rPr>
              <a:t>(6);</a:t>
            </a:r>
          </a:p>
          <a:p>
            <a:pPr marL="742950" lvl="1" indent="-285750">
              <a:buFont typeface="Wingdings" panose="05000000000000000000" pitchFamily="2" charset="2"/>
              <a:buChar char="§"/>
            </a:pPr>
            <a:r>
              <a:rPr lang="en-IN" dirty="0" err="1">
                <a:solidFill>
                  <a:schemeClr val="bg1"/>
                </a:solidFill>
              </a:rPr>
              <a:t>ust.insert</a:t>
            </a:r>
            <a:r>
              <a:rPr lang="en-IN" dirty="0">
                <a:solidFill>
                  <a:schemeClr val="bg1"/>
                </a:solidFill>
              </a:rPr>
              <a:t>(4);</a:t>
            </a:r>
          </a:p>
          <a:p>
            <a:endParaRPr lang="en-IN" dirty="0">
              <a:solidFill>
                <a:schemeClr val="bg1"/>
              </a:solidFill>
            </a:endParaRPr>
          </a:p>
          <a:p>
            <a:pPr marL="285750" indent="-285750">
              <a:buFont typeface="Wingdings" panose="05000000000000000000" pitchFamily="2" charset="2"/>
              <a:buChar char="§"/>
            </a:pPr>
            <a:r>
              <a:rPr lang="en-IN" dirty="0" err="1">
                <a:solidFill>
                  <a:schemeClr val="bg1"/>
                </a:solidFill>
              </a:rPr>
              <a:t>unordered_multiset</a:t>
            </a:r>
            <a:r>
              <a:rPr lang="en-IN" dirty="0">
                <a:solidFill>
                  <a:schemeClr val="bg1"/>
                </a:solidFill>
              </a:rPr>
              <a:t>&lt;int&gt;</a:t>
            </a:r>
            <a:r>
              <a:rPr lang="en-IN" dirty="0" err="1">
                <a:solidFill>
                  <a:schemeClr val="bg1"/>
                </a:solidFill>
              </a:rPr>
              <a:t>umst</a:t>
            </a:r>
            <a:r>
              <a:rPr lang="en-IN" dirty="0">
                <a:solidFill>
                  <a:schemeClr val="bg1"/>
                </a:solidFill>
              </a:rPr>
              <a:t>;</a:t>
            </a:r>
          </a:p>
          <a:p>
            <a:pPr marL="742950" lvl="1" indent="-285750">
              <a:buFont typeface="Wingdings" panose="05000000000000000000" pitchFamily="2" charset="2"/>
              <a:buChar char="§"/>
            </a:pPr>
            <a:r>
              <a:rPr lang="en-IN" dirty="0" err="1">
                <a:solidFill>
                  <a:schemeClr val="bg1"/>
                </a:solidFill>
              </a:rPr>
              <a:t>umst.insert</a:t>
            </a:r>
            <a:r>
              <a:rPr lang="en-IN" dirty="0">
                <a:solidFill>
                  <a:schemeClr val="bg1"/>
                </a:solidFill>
              </a:rPr>
              <a:t>(6);</a:t>
            </a:r>
          </a:p>
          <a:p>
            <a:pPr marL="742950" lvl="1" indent="-285750">
              <a:buFont typeface="Wingdings" panose="05000000000000000000" pitchFamily="2" charset="2"/>
              <a:buChar char="§"/>
            </a:pPr>
            <a:r>
              <a:rPr lang="en-IN" dirty="0" err="1">
                <a:solidFill>
                  <a:schemeClr val="bg1"/>
                </a:solidFill>
              </a:rPr>
              <a:t>umst.insert</a:t>
            </a:r>
            <a:r>
              <a:rPr lang="en-IN" dirty="0">
                <a:solidFill>
                  <a:schemeClr val="bg1"/>
                </a:solidFill>
              </a:rPr>
              <a:t>(4);</a:t>
            </a:r>
          </a:p>
          <a:p>
            <a:endParaRPr lang="en-IN" sz="1800" dirty="0">
              <a:solidFill>
                <a:schemeClr val="bg1"/>
              </a:solidFill>
            </a:endParaRPr>
          </a:p>
        </p:txBody>
      </p:sp>
      <p:graphicFrame>
        <p:nvGraphicFramePr>
          <p:cNvPr id="4" name="Table 4">
            <a:extLst>
              <a:ext uri="{FF2B5EF4-FFF2-40B4-BE49-F238E27FC236}">
                <a16:creationId xmlns:a16="http://schemas.microsoft.com/office/drawing/2014/main" id="{DD4C9906-DEF3-4AF0-A5D0-DB2518A724D3}"/>
              </a:ext>
            </a:extLst>
          </p:cNvPr>
          <p:cNvGraphicFramePr>
            <a:graphicFrameLocks noGrp="1"/>
          </p:cNvGraphicFramePr>
          <p:nvPr>
            <p:extLst>
              <p:ext uri="{D42A27DB-BD31-4B8C-83A1-F6EECF244321}">
                <p14:modId xmlns:p14="http://schemas.microsoft.com/office/powerpoint/2010/main" val="4020493920"/>
              </p:ext>
            </p:extLst>
          </p:nvPr>
        </p:nvGraphicFramePr>
        <p:xfrm>
          <a:off x="679504" y="2034968"/>
          <a:ext cx="5352177" cy="370840"/>
        </p:xfrm>
        <a:graphic>
          <a:graphicData uri="http://schemas.openxmlformats.org/drawingml/2006/table">
            <a:tbl>
              <a:tblPr firstRow="1" bandRow="1">
                <a:tableStyleId>{5C22544A-7EE6-4342-B048-85BDC9FD1C3A}</a:tableStyleId>
              </a:tblPr>
              <a:tblGrid>
                <a:gridCol w="1784059">
                  <a:extLst>
                    <a:ext uri="{9D8B030D-6E8A-4147-A177-3AD203B41FA5}">
                      <a16:colId xmlns:a16="http://schemas.microsoft.com/office/drawing/2014/main" val="145293041"/>
                    </a:ext>
                  </a:extLst>
                </a:gridCol>
                <a:gridCol w="1784059">
                  <a:extLst>
                    <a:ext uri="{9D8B030D-6E8A-4147-A177-3AD203B41FA5}">
                      <a16:colId xmlns:a16="http://schemas.microsoft.com/office/drawing/2014/main" val="66849290"/>
                    </a:ext>
                  </a:extLst>
                </a:gridCol>
                <a:gridCol w="1784059">
                  <a:extLst>
                    <a:ext uri="{9D8B030D-6E8A-4147-A177-3AD203B41FA5}">
                      <a16:colId xmlns:a16="http://schemas.microsoft.com/office/drawing/2014/main" val="1677755210"/>
                    </a:ext>
                  </a:extLst>
                </a:gridCol>
              </a:tblGrid>
              <a:tr h="370840">
                <a:tc>
                  <a:txBody>
                    <a:bodyPr/>
                    <a:lstStyle/>
                    <a:p>
                      <a:pPr algn="ctr"/>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9188710"/>
                  </a:ext>
                </a:extLst>
              </a:tr>
            </a:tbl>
          </a:graphicData>
        </a:graphic>
      </p:graphicFrame>
      <p:graphicFrame>
        <p:nvGraphicFramePr>
          <p:cNvPr id="7" name="Table 6">
            <a:extLst>
              <a:ext uri="{FF2B5EF4-FFF2-40B4-BE49-F238E27FC236}">
                <a16:creationId xmlns:a16="http://schemas.microsoft.com/office/drawing/2014/main" id="{680471F6-03C3-4D26-86C3-587AE351732C}"/>
              </a:ext>
            </a:extLst>
          </p:cNvPr>
          <p:cNvGraphicFramePr>
            <a:graphicFrameLocks noGrp="1"/>
          </p:cNvGraphicFramePr>
          <p:nvPr>
            <p:extLst>
              <p:ext uri="{D42A27DB-BD31-4B8C-83A1-F6EECF244321}">
                <p14:modId xmlns:p14="http://schemas.microsoft.com/office/powerpoint/2010/main" val="3524562337"/>
              </p:ext>
            </p:extLst>
          </p:nvPr>
        </p:nvGraphicFramePr>
        <p:xfrm>
          <a:off x="679504" y="2918139"/>
          <a:ext cx="5352176" cy="370840"/>
        </p:xfrm>
        <a:graphic>
          <a:graphicData uri="http://schemas.openxmlformats.org/drawingml/2006/table">
            <a:tbl>
              <a:tblPr firstRow="1" bandRow="1">
                <a:tableStyleId>{5C22544A-7EE6-4342-B048-85BDC9FD1C3A}</a:tableStyleId>
              </a:tblPr>
              <a:tblGrid>
                <a:gridCol w="1338044">
                  <a:extLst>
                    <a:ext uri="{9D8B030D-6E8A-4147-A177-3AD203B41FA5}">
                      <a16:colId xmlns:a16="http://schemas.microsoft.com/office/drawing/2014/main" val="3484591103"/>
                    </a:ext>
                  </a:extLst>
                </a:gridCol>
                <a:gridCol w="1338044">
                  <a:extLst>
                    <a:ext uri="{9D8B030D-6E8A-4147-A177-3AD203B41FA5}">
                      <a16:colId xmlns:a16="http://schemas.microsoft.com/office/drawing/2014/main" val="2236255750"/>
                    </a:ext>
                  </a:extLst>
                </a:gridCol>
                <a:gridCol w="1338044">
                  <a:extLst>
                    <a:ext uri="{9D8B030D-6E8A-4147-A177-3AD203B41FA5}">
                      <a16:colId xmlns:a16="http://schemas.microsoft.com/office/drawing/2014/main" val="116240198"/>
                    </a:ext>
                  </a:extLst>
                </a:gridCol>
                <a:gridCol w="1338044">
                  <a:extLst>
                    <a:ext uri="{9D8B030D-6E8A-4147-A177-3AD203B41FA5}">
                      <a16:colId xmlns:a16="http://schemas.microsoft.com/office/drawing/2014/main" val="3152173484"/>
                    </a:ext>
                  </a:extLst>
                </a:gridCol>
              </a:tblGrid>
              <a:tr h="370840">
                <a:tc>
                  <a:txBody>
                    <a:bodyPr/>
                    <a:lstStyle/>
                    <a:p>
                      <a:pPr algn="ctr"/>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28204620"/>
                  </a:ext>
                </a:extLst>
              </a:tr>
            </a:tbl>
          </a:graphicData>
        </a:graphic>
      </p:graphicFrame>
      <p:graphicFrame>
        <p:nvGraphicFramePr>
          <p:cNvPr id="5" name="Table 4">
            <a:extLst>
              <a:ext uri="{FF2B5EF4-FFF2-40B4-BE49-F238E27FC236}">
                <a16:creationId xmlns:a16="http://schemas.microsoft.com/office/drawing/2014/main" id="{057B2247-1413-45AC-8003-4D38A49BB1CB}"/>
              </a:ext>
            </a:extLst>
          </p:cNvPr>
          <p:cNvGraphicFramePr>
            <a:graphicFrameLocks noGrp="1"/>
          </p:cNvGraphicFramePr>
          <p:nvPr>
            <p:extLst>
              <p:ext uri="{D42A27DB-BD31-4B8C-83A1-F6EECF244321}">
                <p14:modId xmlns:p14="http://schemas.microsoft.com/office/powerpoint/2010/main" val="1597855637"/>
              </p:ext>
            </p:extLst>
          </p:nvPr>
        </p:nvGraphicFramePr>
        <p:xfrm>
          <a:off x="679504" y="4763781"/>
          <a:ext cx="5352176" cy="370840"/>
        </p:xfrm>
        <a:graphic>
          <a:graphicData uri="http://schemas.openxmlformats.org/drawingml/2006/table">
            <a:tbl>
              <a:tblPr firstRow="1" bandRow="1">
                <a:tableStyleId>{5C22544A-7EE6-4342-B048-85BDC9FD1C3A}</a:tableStyleId>
              </a:tblPr>
              <a:tblGrid>
                <a:gridCol w="1338044">
                  <a:extLst>
                    <a:ext uri="{9D8B030D-6E8A-4147-A177-3AD203B41FA5}">
                      <a16:colId xmlns:a16="http://schemas.microsoft.com/office/drawing/2014/main" val="3706851462"/>
                    </a:ext>
                  </a:extLst>
                </a:gridCol>
                <a:gridCol w="1338044">
                  <a:extLst>
                    <a:ext uri="{9D8B030D-6E8A-4147-A177-3AD203B41FA5}">
                      <a16:colId xmlns:a16="http://schemas.microsoft.com/office/drawing/2014/main" val="4262281255"/>
                    </a:ext>
                  </a:extLst>
                </a:gridCol>
                <a:gridCol w="1338044">
                  <a:extLst>
                    <a:ext uri="{9D8B030D-6E8A-4147-A177-3AD203B41FA5}">
                      <a16:colId xmlns:a16="http://schemas.microsoft.com/office/drawing/2014/main" val="2556029462"/>
                    </a:ext>
                  </a:extLst>
                </a:gridCol>
                <a:gridCol w="1338044">
                  <a:extLst>
                    <a:ext uri="{9D8B030D-6E8A-4147-A177-3AD203B41FA5}">
                      <a16:colId xmlns:a16="http://schemas.microsoft.com/office/drawing/2014/main" val="3340025812"/>
                    </a:ext>
                  </a:extLst>
                </a:gridCol>
              </a:tblGrid>
              <a:tr h="370840">
                <a:tc>
                  <a:txBody>
                    <a:bodyPr/>
                    <a:lstStyle/>
                    <a:p>
                      <a:pPr algn="ct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12312831"/>
                  </a:ext>
                </a:extLst>
              </a:tr>
            </a:tbl>
          </a:graphicData>
        </a:graphic>
      </p:graphicFrame>
      <p:graphicFrame>
        <p:nvGraphicFramePr>
          <p:cNvPr id="6" name="Table 5">
            <a:extLst>
              <a:ext uri="{FF2B5EF4-FFF2-40B4-BE49-F238E27FC236}">
                <a16:creationId xmlns:a16="http://schemas.microsoft.com/office/drawing/2014/main" id="{865759A9-C58E-4FE8-8FD9-C553E826F195}"/>
              </a:ext>
            </a:extLst>
          </p:cNvPr>
          <p:cNvGraphicFramePr>
            <a:graphicFrameLocks noGrp="1"/>
          </p:cNvGraphicFramePr>
          <p:nvPr>
            <p:extLst>
              <p:ext uri="{D42A27DB-BD31-4B8C-83A1-F6EECF244321}">
                <p14:modId xmlns:p14="http://schemas.microsoft.com/office/powerpoint/2010/main" val="760448401"/>
              </p:ext>
            </p:extLst>
          </p:nvPr>
        </p:nvGraphicFramePr>
        <p:xfrm>
          <a:off x="679504" y="3839678"/>
          <a:ext cx="5352177" cy="373403"/>
        </p:xfrm>
        <a:graphic>
          <a:graphicData uri="http://schemas.openxmlformats.org/drawingml/2006/table">
            <a:tbl>
              <a:tblPr firstRow="1" bandRow="1">
                <a:tableStyleId>{5C22544A-7EE6-4342-B048-85BDC9FD1C3A}</a:tableStyleId>
              </a:tblPr>
              <a:tblGrid>
                <a:gridCol w="1784059">
                  <a:extLst>
                    <a:ext uri="{9D8B030D-6E8A-4147-A177-3AD203B41FA5}">
                      <a16:colId xmlns:a16="http://schemas.microsoft.com/office/drawing/2014/main" val="1504575502"/>
                    </a:ext>
                  </a:extLst>
                </a:gridCol>
                <a:gridCol w="1784059">
                  <a:extLst>
                    <a:ext uri="{9D8B030D-6E8A-4147-A177-3AD203B41FA5}">
                      <a16:colId xmlns:a16="http://schemas.microsoft.com/office/drawing/2014/main" val="644237224"/>
                    </a:ext>
                  </a:extLst>
                </a:gridCol>
                <a:gridCol w="1784059">
                  <a:extLst>
                    <a:ext uri="{9D8B030D-6E8A-4147-A177-3AD203B41FA5}">
                      <a16:colId xmlns:a16="http://schemas.microsoft.com/office/drawing/2014/main" val="3891610149"/>
                    </a:ext>
                  </a:extLst>
                </a:gridCol>
              </a:tblGrid>
              <a:tr h="373403">
                <a:tc>
                  <a:txBody>
                    <a:bodyPr/>
                    <a:lstStyle/>
                    <a:p>
                      <a:pPr algn="ct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6226718"/>
                  </a:ext>
                </a:extLst>
              </a:tr>
            </a:tbl>
          </a:graphicData>
        </a:graphic>
      </p:graphicFrame>
    </p:spTree>
    <p:extLst>
      <p:ext uri="{BB962C8B-B14F-4D97-AF65-F5344CB8AC3E}">
        <p14:creationId xmlns:p14="http://schemas.microsoft.com/office/powerpoint/2010/main" val="39128490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C17E9-3656-45AC-8368-501705235785}"/>
              </a:ext>
            </a:extLst>
          </p:cNvPr>
          <p:cNvSpPr>
            <a:spLocks noGrp="1"/>
          </p:cNvSpPr>
          <p:nvPr>
            <p:ph type="title"/>
          </p:nvPr>
        </p:nvSpPr>
        <p:spPr>
          <a:xfrm>
            <a:off x="8235835" y="1031611"/>
            <a:ext cx="3889053" cy="1032081"/>
          </a:xfrm>
        </p:spPr>
        <p:txBody>
          <a:bodyPr>
            <a:normAutofit/>
          </a:bodyPr>
          <a:lstStyle/>
          <a:p>
            <a:r>
              <a:rPr lang="en-IN" sz="3200" dirty="0"/>
              <a:t>Set Basics</a:t>
            </a:r>
          </a:p>
        </p:txBody>
      </p:sp>
      <p:sp>
        <p:nvSpPr>
          <p:cNvPr id="3" name="TextBox 2">
            <a:extLst>
              <a:ext uri="{FF2B5EF4-FFF2-40B4-BE49-F238E27FC236}">
                <a16:creationId xmlns:a16="http://schemas.microsoft.com/office/drawing/2014/main" id="{60203564-D836-49A1-9EA4-72F3F2CDC9DC}"/>
              </a:ext>
            </a:extLst>
          </p:cNvPr>
          <p:cNvSpPr txBox="1"/>
          <p:nvPr/>
        </p:nvSpPr>
        <p:spPr>
          <a:xfrm>
            <a:off x="8235835" y="1949642"/>
            <a:ext cx="4175564" cy="4524315"/>
          </a:xfrm>
          <a:prstGeom prst="rect">
            <a:avLst/>
          </a:prstGeom>
          <a:noFill/>
        </p:spPr>
        <p:txBody>
          <a:bodyPr wrap="square" rtlCol="0">
            <a:spAutoFit/>
          </a:bodyPr>
          <a:lstStyle/>
          <a:p>
            <a:pPr marL="285750" indent="-285750">
              <a:buFont typeface="Wingdings" panose="05000000000000000000" pitchFamily="2" charset="2"/>
              <a:buChar char="§"/>
            </a:pPr>
            <a:r>
              <a:rPr lang="en-IN" dirty="0">
                <a:solidFill>
                  <a:schemeClr val="bg1"/>
                </a:solidFill>
              </a:rPr>
              <a:t>set&lt;int&gt;</a:t>
            </a:r>
            <a:r>
              <a:rPr lang="en-IN" dirty="0" err="1">
                <a:solidFill>
                  <a:schemeClr val="bg1"/>
                </a:solidFill>
              </a:rPr>
              <a:t>st</a:t>
            </a:r>
            <a:r>
              <a:rPr lang="en-IN" dirty="0">
                <a:solidFill>
                  <a:schemeClr val="bg1"/>
                </a:solidFill>
              </a:rPr>
              <a:t>; </a:t>
            </a:r>
          </a:p>
          <a:p>
            <a:pPr marL="742950" lvl="1" indent="-285750">
              <a:buFont typeface="Wingdings" panose="05000000000000000000" pitchFamily="2" charset="2"/>
              <a:buChar char="§"/>
            </a:pPr>
            <a:r>
              <a:rPr lang="en-IN" dirty="0" err="1">
                <a:solidFill>
                  <a:schemeClr val="bg1"/>
                </a:solidFill>
              </a:rPr>
              <a:t>st.insert</a:t>
            </a:r>
            <a:r>
              <a:rPr lang="en-IN" dirty="0">
                <a:solidFill>
                  <a:schemeClr val="bg1"/>
                </a:solidFill>
              </a:rPr>
              <a:t>(4);</a:t>
            </a:r>
          </a:p>
          <a:p>
            <a:pPr marL="742950" lvl="1" indent="-285750">
              <a:buFont typeface="Wingdings" panose="05000000000000000000" pitchFamily="2" charset="2"/>
              <a:buChar char="§"/>
            </a:pPr>
            <a:r>
              <a:rPr lang="en-IN" dirty="0" err="1">
                <a:solidFill>
                  <a:schemeClr val="bg1"/>
                </a:solidFill>
              </a:rPr>
              <a:t>st.find</a:t>
            </a:r>
            <a:r>
              <a:rPr lang="en-IN" dirty="0">
                <a:solidFill>
                  <a:schemeClr val="bg1"/>
                </a:solidFill>
              </a:rPr>
              <a:t>(4);</a:t>
            </a:r>
          </a:p>
          <a:p>
            <a:endParaRPr lang="en-IN" dirty="0">
              <a:solidFill>
                <a:schemeClr val="bg1"/>
              </a:solidFill>
            </a:endParaRPr>
          </a:p>
          <a:p>
            <a:pPr marL="285750" indent="-285750">
              <a:buFont typeface="Wingdings" panose="05000000000000000000" pitchFamily="2" charset="2"/>
              <a:buChar char="§"/>
            </a:pPr>
            <a:r>
              <a:rPr lang="en-IN" dirty="0">
                <a:solidFill>
                  <a:schemeClr val="bg1"/>
                </a:solidFill>
              </a:rPr>
              <a:t>multiset&lt;int&gt;</a:t>
            </a:r>
            <a:r>
              <a:rPr lang="en-IN" dirty="0" err="1">
                <a:solidFill>
                  <a:schemeClr val="bg1"/>
                </a:solidFill>
              </a:rPr>
              <a:t>mst</a:t>
            </a:r>
            <a:r>
              <a:rPr lang="en-IN" dirty="0">
                <a:solidFill>
                  <a:schemeClr val="bg1"/>
                </a:solidFill>
              </a:rPr>
              <a:t>;</a:t>
            </a:r>
          </a:p>
          <a:p>
            <a:pPr marL="742950" lvl="1" indent="-285750">
              <a:buFont typeface="Wingdings" panose="05000000000000000000" pitchFamily="2" charset="2"/>
              <a:buChar char="§"/>
            </a:pPr>
            <a:r>
              <a:rPr lang="en-IN" dirty="0" err="1">
                <a:solidFill>
                  <a:schemeClr val="bg1"/>
                </a:solidFill>
              </a:rPr>
              <a:t>mst.insert</a:t>
            </a:r>
            <a:r>
              <a:rPr lang="en-IN" dirty="0">
                <a:solidFill>
                  <a:schemeClr val="bg1"/>
                </a:solidFill>
              </a:rPr>
              <a:t>(4);</a:t>
            </a:r>
          </a:p>
          <a:p>
            <a:pPr marL="742950" lvl="1" indent="-285750">
              <a:buFont typeface="Wingdings" panose="05000000000000000000" pitchFamily="2" charset="2"/>
              <a:buChar char="§"/>
            </a:pPr>
            <a:r>
              <a:rPr lang="en-IN" dirty="0" err="1">
                <a:solidFill>
                  <a:schemeClr val="bg1"/>
                </a:solidFill>
              </a:rPr>
              <a:t>mst.find</a:t>
            </a:r>
            <a:r>
              <a:rPr lang="en-IN" dirty="0">
                <a:solidFill>
                  <a:schemeClr val="bg1"/>
                </a:solidFill>
              </a:rPr>
              <a:t>(4);</a:t>
            </a:r>
          </a:p>
          <a:p>
            <a:endParaRPr lang="en-IN" dirty="0">
              <a:solidFill>
                <a:schemeClr val="bg1"/>
              </a:solidFill>
            </a:endParaRPr>
          </a:p>
          <a:p>
            <a:pPr marL="285750" indent="-285750">
              <a:buFont typeface="Wingdings" panose="05000000000000000000" pitchFamily="2" charset="2"/>
              <a:buChar char="§"/>
            </a:pPr>
            <a:r>
              <a:rPr lang="en-IN" dirty="0" err="1">
                <a:solidFill>
                  <a:schemeClr val="bg1"/>
                </a:solidFill>
              </a:rPr>
              <a:t>unordered_set</a:t>
            </a:r>
            <a:r>
              <a:rPr lang="en-IN" dirty="0">
                <a:solidFill>
                  <a:schemeClr val="bg1"/>
                </a:solidFill>
              </a:rPr>
              <a:t>&lt;int&gt;</a:t>
            </a:r>
            <a:r>
              <a:rPr lang="en-IN" dirty="0" err="1">
                <a:solidFill>
                  <a:schemeClr val="bg1"/>
                </a:solidFill>
              </a:rPr>
              <a:t>ust</a:t>
            </a:r>
            <a:r>
              <a:rPr lang="en-IN" dirty="0">
                <a:solidFill>
                  <a:schemeClr val="bg1"/>
                </a:solidFill>
              </a:rPr>
              <a:t>;</a:t>
            </a:r>
          </a:p>
          <a:p>
            <a:pPr marL="742950" lvl="1" indent="-285750">
              <a:buFont typeface="Wingdings" panose="05000000000000000000" pitchFamily="2" charset="2"/>
              <a:buChar char="§"/>
            </a:pPr>
            <a:r>
              <a:rPr lang="en-IN" dirty="0" err="1">
                <a:solidFill>
                  <a:schemeClr val="bg1"/>
                </a:solidFill>
              </a:rPr>
              <a:t>ust.insert</a:t>
            </a:r>
            <a:r>
              <a:rPr lang="en-IN" dirty="0">
                <a:solidFill>
                  <a:schemeClr val="bg1"/>
                </a:solidFill>
              </a:rPr>
              <a:t>(4);</a:t>
            </a:r>
          </a:p>
          <a:p>
            <a:pPr marL="742950" lvl="1" indent="-285750">
              <a:buFont typeface="Wingdings" panose="05000000000000000000" pitchFamily="2" charset="2"/>
              <a:buChar char="§"/>
            </a:pPr>
            <a:r>
              <a:rPr lang="en-IN" dirty="0" err="1">
                <a:solidFill>
                  <a:schemeClr val="bg1"/>
                </a:solidFill>
              </a:rPr>
              <a:t>ust.find</a:t>
            </a:r>
            <a:r>
              <a:rPr lang="en-IN" dirty="0">
                <a:solidFill>
                  <a:schemeClr val="bg1"/>
                </a:solidFill>
              </a:rPr>
              <a:t>(4);</a:t>
            </a:r>
          </a:p>
          <a:p>
            <a:endParaRPr lang="en-IN" dirty="0">
              <a:solidFill>
                <a:schemeClr val="bg1"/>
              </a:solidFill>
            </a:endParaRPr>
          </a:p>
          <a:p>
            <a:pPr marL="285750" indent="-285750">
              <a:buFont typeface="Wingdings" panose="05000000000000000000" pitchFamily="2" charset="2"/>
              <a:buChar char="§"/>
            </a:pPr>
            <a:r>
              <a:rPr lang="en-IN" dirty="0" err="1">
                <a:solidFill>
                  <a:schemeClr val="bg1"/>
                </a:solidFill>
              </a:rPr>
              <a:t>unordered_multiset</a:t>
            </a:r>
            <a:r>
              <a:rPr lang="en-IN" dirty="0">
                <a:solidFill>
                  <a:schemeClr val="bg1"/>
                </a:solidFill>
              </a:rPr>
              <a:t>&lt;int&gt;</a:t>
            </a:r>
            <a:r>
              <a:rPr lang="en-IN" dirty="0" err="1">
                <a:solidFill>
                  <a:schemeClr val="bg1"/>
                </a:solidFill>
              </a:rPr>
              <a:t>umst</a:t>
            </a:r>
            <a:r>
              <a:rPr lang="en-IN" dirty="0">
                <a:solidFill>
                  <a:schemeClr val="bg1"/>
                </a:solidFill>
              </a:rPr>
              <a:t>;</a:t>
            </a:r>
          </a:p>
          <a:p>
            <a:pPr marL="742950" lvl="1" indent="-285750">
              <a:buFont typeface="Wingdings" panose="05000000000000000000" pitchFamily="2" charset="2"/>
              <a:buChar char="§"/>
            </a:pPr>
            <a:r>
              <a:rPr lang="en-IN" dirty="0" err="1">
                <a:solidFill>
                  <a:schemeClr val="bg1"/>
                </a:solidFill>
              </a:rPr>
              <a:t>umst.insert</a:t>
            </a:r>
            <a:r>
              <a:rPr lang="en-IN" dirty="0">
                <a:solidFill>
                  <a:schemeClr val="bg1"/>
                </a:solidFill>
              </a:rPr>
              <a:t>(4);</a:t>
            </a:r>
          </a:p>
          <a:p>
            <a:pPr marL="742950" lvl="1" indent="-285750">
              <a:buFont typeface="Wingdings" panose="05000000000000000000" pitchFamily="2" charset="2"/>
              <a:buChar char="§"/>
            </a:pPr>
            <a:r>
              <a:rPr lang="en-IN" dirty="0" err="1">
                <a:solidFill>
                  <a:schemeClr val="bg1"/>
                </a:solidFill>
              </a:rPr>
              <a:t>umst.find</a:t>
            </a:r>
            <a:r>
              <a:rPr lang="en-IN" dirty="0">
                <a:solidFill>
                  <a:schemeClr val="bg1"/>
                </a:solidFill>
              </a:rPr>
              <a:t>(4);</a:t>
            </a:r>
          </a:p>
          <a:p>
            <a:endParaRPr lang="en-IN" sz="1800" dirty="0">
              <a:solidFill>
                <a:schemeClr val="bg1"/>
              </a:solidFill>
            </a:endParaRPr>
          </a:p>
        </p:txBody>
      </p:sp>
      <p:graphicFrame>
        <p:nvGraphicFramePr>
          <p:cNvPr id="4" name="Table 4">
            <a:extLst>
              <a:ext uri="{FF2B5EF4-FFF2-40B4-BE49-F238E27FC236}">
                <a16:creationId xmlns:a16="http://schemas.microsoft.com/office/drawing/2014/main" id="{DD4C9906-DEF3-4AF0-A5D0-DB2518A724D3}"/>
              </a:ext>
            </a:extLst>
          </p:cNvPr>
          <p:cNvGraphicFramePr>
            <a:graphicFrameLocks noGrp="1"/>
          </p:cNvGraphicFramePr>
          <p:nvPr/>
        </p:nvGraphicFramePr>
        <p:xfrm>
          <a:off x="679504" y="2034968"/>
          <a:ext cx="5352177" cy="370840"/>
        </p:xfrm>
        <a:graphic>
          <a:graphicData uri="http://schemas.openxmlformats.org/drawingml/2006/table">
            <a:tbl>
              <a:tblPr firstRow="1" bandRow="1">
                <a:tableStyleId>{5C22544A-7EE6-4342-B048-85BDC9FD1C3A}</a:tableStyleId>
              </a:tblPr>
              <a:tblGrid>
                <a:gridCol w="1784059">
                  <a:extLst>
                    <a:ext uri="{9D8B030D-6E8A-4147-A177-3AD203B41FA5}">
                      <a16:colId xmlns:a16="http://schemas.microsoft.com/office/drawing/2014/main" val="145293041"/>
                    </a:ext>
                  </a:extLst>
                </a:gridCol>
                <a:gridCol w="1784059">
                  <a:extLst>
                    <a:ext uri="{9D8B030D-6E8A-4147-A177-3AD203B41FA5}">
                      <a16:colId xmlns:a16="http://schemas.microsoft.com/office/drawing/2014/main" val="66849290"/>
                    </a:ext>
                  </a:extLst>
                </a:gridCol>
                <a:gridCol w="1784059">
                  <a:extLst>
                    <a:ext uri="{9D8B030D-6E8A-4147-A177-3AD203B41FA5}">
                      <a16:colId xmlns:a16="http://schemas.microsoft.com/office/drawing/2014/main" val="1677755210"/>
                    </a:ext>
                  </a:extLst>
                </a:gridCol>
              </a:tblGrid>
              <a:tr h="370840">
                <a:tc>
                  <a:txBody>
                    <a:bodyPr/>
                    <a:lstStyle/>
                    <a:p>
                      <a:pPr algn="ctr"/>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9188710"/>
                  </a:ext>
                </a:extLst>
              </a:tr>
            </a:tbl>
          </a:graphicData>
        </a:graphic>
      </p:graphicFrame>
      <p:graphicFrame>
        <p:nvGraphicFramePr>
          <p:cNvPr id="7" name="Table 6">
            <a:extLst>
              <a:ext uri="{FF2B5EF4-FFF2-40B4-BE49-F238E27FC236}">
                <a16:creationId xmlns:a16="http://schemas.microsoft.com/office/drawing/2014/main" id="{680471F6-03C3-4D26-86C3-587AE351732C}"/>
              </a:ext>
            </a:extLst>
          </p:cNvPr>
          <p:cNvGraphicFramePr>
            <a:graphicFrameLocks noGrp="1"/>
          </p:cNvGraphicFramePr>
          <p:nvPr>
            <p:extLst>
              <p:ext uri="{D42A27DB-BD31-4B8C-83A1-F6EECF244321}">
                <p14:modId xmlns:p14="http://schemas.microsoft.com/office/powerpoint/2010/main" val="72516799"/>
              </p:ext>
            </p:extLst>
          </p:nvPr>
        </p:nvGraphicFramePr>
        <p:xfrm>
          <a:off x="679504" y="2918139"/>
          <a:ext cx="5352175" cy="370840"/>
        </p:xfrm>
        <a:graphic>
          <a:graphicData uri="http://schemas.openxmlformats.org/drawingml/2006/table">
            <a:tbl>
              <a:tblPr firstRow="1" bandRow="1">
                <a:tableStyleId>{5C22544A-7EE6-4342-B048-85BDC9FD1C3A}</a:tableStyleId>
              </a:tblPr>
              <a:tblGrid>
                <a:gridCol w="1070435">
                  <a:extLst>
                    <a:ext uri="{9D8B030D-6E8A-4147-A177-3AD203B41FA5}">
                      <a16:colId xmlns:a16="http://schemas.microsoft.com/office/drawing/2014/main" val="1650051615"/>
                    </a:ext>
                  </a:extLst>
                </a:gridCol>
                <a:gridCol w="1070435">
                  <a:extLst>
                    <a:ext uri="{9D8B030D-6E8A-4147-A177-3AD203B41FA5}">
                      <a16:colId xmlns:a16="http://schemas.microsoft.com/office/drawing/2014/main" val="3484591103"/>
                    </a:ext>
                  </a:extLst>
                </a:gridCol>
                <a:gridCol w="1070435">
                  <a:extLst>
                    <a:ext uri="{9D8B030D-6E8A-4147-A177-3AD203B41FA5}">
                      <a16:colId xmlns:a16="http://schemas.microsoft.com/office/drawing/2014/main" val="2236255750"/>
                    </a:ext>
                  </a:extLst>
                </a:gridCol>
                <a:gridCol w="1070435">
                  <a:extLst>
                    <a:ext uri="{9D8B030D-6E8A-4147-A177-3AD203B41FA5}">
                      <a16:colId xmlns:a16="http://schemas.microsoft.com/office/drawing/2014/main" val="116240198"/>
                    </a:ext>
                  </a:extLst>
                </a:gridCol>
                <a:gridCol w="1070435">
                  <a:extLst>
                    <a:ext uri="{9D8B030D-6E8A-4147-A177-3AD203B41FA5}">
                      <a16:colId xmlns:a16="http://schemas.microsoft.com/office/drawing/2014/main" val="3152173484"/>
                    </a:ext>
                  </a:extLst>
                </a:gridCol>
              </a:tblGrid>
              <a:tr h="370840">
                <a:tc>
                  <a:txBody>
                    <a:bodyPr/>
                    <a:lstStyle/>
                    <a:p>
                      <a:pPr algn="ctr"/>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28204620"/>
                  </a:ext>
                </a:extLst>
              </a:tr>
            </a:tbl>
          </a:graphicData>
        </a:graphic>
      </p:graphicFrame>
      <p:graphicFrame>
        <p:nvGraphicFramePr>
          <p:cNvPr id="5" name="Table 4">
            <a:extLst>
              <a:ext uri="{FF2B5EF4-FFF2-40B4-BE49-F238E27FC236}">
                <a16:creationId xmlns:a16="http://schemas.microsoft.com/office/drawing/2014/main" id="{057B2247-1413-45AC-8003-4D38A49BB1CB}"/>
              </a:ext>
            </a:extLst>
          </p:cNvPr>
          <p:cNvGraphicFramePr>
            <a:graphicFrameLocks noGrp="1"/>
          </p:cNvGraphicFramePr>
          <p:nvPr>
            <p:extLst>
              <p:ext uri="{D42A27DB-BD31-4B8C-83A1-F6EECF244321}">
                <p14:modId xmlns:p14="http://schemas.microsoft.com/office/powerpoint/2010/main" val="658821301"/>
              </p:ext>
            </p:extLst>
          </p:nvPr>
        </p:nvGraphicFramePr>
        <p:xfrm>
          <a:off x="679504" y="4763781"/>
          <a:ext cx="5352175" cy="370840"/>
        </p:xfrm>
        <a:graphic>
          <a:graphicData uri="http://schemas.openxmlformats.org/drawingml/2006/table">
            <a:tbl>
              <a:tblPr firstRow="1" bandRow="1">
                <a:tableStyleId>{5C22544A-7EE6-4342-B048-85BDC9FD1C3A}</a:tableStyleId>
              </a:tblPr>
              <a:tblGrid>
                <a:gridCol w="1070435">
                  <a:extLst>
                    <a:ext uri="{9D8B030D-6E8A-4147-A177-3AD203B41FA5}">
                      <a16:colId xmlns:a16="http://schemas.microsoft.com/office/drawing/2014/main" val="3706851462"/>
                    </a:ext>
                  </a:extLst>
                </a:gridCol>
                <a:gridCol w="1070435">
                  <a:extLst>
                    <a:ext uri="{9D8B030D-6E8A-4147-A177-3AD203B41FA5}">
                      <a16:colId xmlns:a16="http://schemas.microsoft.com/office/drawing/2014/main" val="4262281255"/>
                    </a:ext>
                  </a:extLst>
                </a:gridCol>
                <a:gridCol w="1070435">
                  <a:extLst>
                    <a:ext uri="{9D8B030D-6E8A-4147-A177-3AD203B41FA5}">
                      <a16:colId xmlns:a16="http://schemas.microsoft.com/office/drawing/2014/main" val="3898070434"/>
                    </a:ext>
                  </a:extLst>
                </a:gridCol>
                <a:gridCol w="1070435">
                  <a:extLst>
                    <a:ext uri="{9D8B030D-6E8A-4147-A177-3AD203B41FA5}">
                      <a16:colId xmlns:a16="http://schemas.microsoft.com/office/drawing/2014/main" val="2556029462"/>
                    </a:ext>
                  </a:extLst>
                </a:gridCol>
                <a:gridCol w="1070435">
                  <a:extLst>
                    <a:ext uri="{9D8B030D-6E8A-4147-A177-3AD203B41FA5}">
                      <a16:colId xmlns:a16="http://schemas.microsoft.com/office/drawing/2014/main" val="3340025812"/>
                    </a:ext>
                  </a:extLst>
                </a:gridCol>
              </a:tblGrid>
              <a:tr h="370840">
                <a:tc>
                  <a:txBody>
                    <a:bodyPr/>
                    <a:lstStyle/>
                    <a:p>
                      <a:pPr algn="ct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12312831"/>
                  </a:ext>
                </a:extLst>
              </a:tr>
            </a:tbl>
          </a:graphicData>
        </a:graphic>
      </p:graphicFrame>
      <p:graphicFrame>
        <p:nvGraphicFramePr>
          <p:cNvPr id="6" name="Table 5">
            <a:extLst>
              <a:ext uri="{FF2B5EF4-FFF2-40B4-BE49-F238E27FC236}">
                <a16:creationId xmlns:a16="http://schemas.microsoft.com/office/drawing/2014/main" id="{865759A9-C58E-4FE8-8FD9-C553E826F195}"/>
              </a:ext>
            </a:extLst>
          </p:cNvPr>
          <p:cNvGraphicFramePr>
            <a:graphicFrameLocks noGrp="1"/>
          </p:cNvGraphicFramePr>
          <p:nvPr/>
        </p:nvGraphicFramePr>
        <p:xfrm>
          <a:off x="679504" y="3839678"/>
          <a:ext cx="5352177" cy="373403"/>
        </p:xfrm>
        <a:graphic>
          <a:graphicData uri="http://schemas.openxmlformats.org/drawingml/2006/table">
            <a:tbl>
              <a:tblPr firstRow="1" bandRow="1">
                <a:tableStyleId>{5C22544A-7EE6-4342-B048-85BDC9FD1C3A}</a:tableStyleId>
              </a:tblPr>
              <a:tblGrid>
                <a:gridCol w="1784059">
                  <a:extLst>
                    <a:ext uri="{9D8B030D-6E8A-4147-A177-3AD203B41FA5}">
                      <a16:colId xmlns:a16="http://schemas.microsoft.com/office/drawing/2014/main" val="1504575502"/>
                    </a:ext>
                  </a:extLst>
                </a:gridCol>
                <a:gridCol w="1784059">
                  <a:extLst>
                    <a:ext uri="{9D8B030D-6E8A-4147-A177-3AD203B41FA5}">
                      <a16:colId xmlns:a16="http://schemas.microsoft.com/office/drawing/2014/main" val="644237224"/>
                    </a:ext>
                  </a:extLst>
                </a:gridCol>
                <a:gridCol w="1784059">
                  <a:extLst>
                    <a:ext uri="{9D8B030D-6E8A-4147-A177-3AD203B41FA5}">
                      <a16:colId xmlns:a16="http://schemas.microsoft.com/office/drawing/2014/main" val="3891610149"/>
                    </a:ext>
                  </a:extLst>
                </a:gridCol>
              </a:tblGrid>
              <a:tr h="373403">
                <a:tc>
                  <a:txBody>
                    <a:bodyPr/>
                    <a:lstStyle/>
                    <a:p>
                      <a:pPr algn="ct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6226718"/>
                  </a:ext>
                </a:extLst>
              </a:tr>
            </a:tbl>
          </a:graphicData>
        </a:graphic>
      </p:graphicFrame>
      <p:sp>
        <p:nvSpPr>
          <p:cNvPr id="8" name="TextBox 7">
            <a:extLst>
              <a:ext uri="{FF2B5EF4-FFF2-40B4-BE49-F238E27FC236}">
                <a16:creationId xmlns:a16="http://schemas.microsoft.com/office/drawing/2014/main" id="{C11EC18C-3B82-4AE2-9390-6578996BD0E2}"/>
              </a:ext>
            </a:extLst>
          </p:cNvPr>
          <p:cNvSpPr txBox="1"/>
          <p:nvPr/>
        </p:nvSpPr>
        <p:spPr>
          <a:xfrm>
            <a:off x="3993160" y="1031611"/>
            <a:ext cx="2667699" cy="923330"/>
          </a:xfrm>
          <a:prstGeom prst="rect">
            <a:avLst/>
          </a:prstGeom>
          <a:noFill/>
        </p:spPr>
        <p:txBody>
          <a:bodyPr wrap="square" rtlCol="0">
            <a:spAutoFit/>
          </a:bodyPr>
          <a:lstStyle/>
          <a:p>
            <a:r>
              <a:rPr lang="en-IN" dirty="0"/>
              <a:t>find will always return iterator to the first instance of the element.</a:t>
            </a:r>
          </a:p>
        </p:txBody>
      </p:sp>
    </p:spTree>
    <p:extLst>
      <p:ext uri="{BB962C8B-B14F-4D97-AF65-F5344CB8AC3E}">
        <p14:creationId xmlns:p14="http://schemas.microsoft.com/office/powerpoint/2010/main" val="11339461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F0B20B-6896-44C5-98D0-7A3D4BD055B7}"/>
              </a:ext>
            </a:extLst>
          </p:cNvPr>
          <p:cNvSpPr>
            <a:spLocks noGrp="1"/>
          </p:cNvSpPr>
          <p:nvPr>
            <p:ph type="title"/>
          </p:nvPr>
        </p:nvSpPr>
        <p:spPr/>
        <p:txBody>
          <a:bodyPr>
            <a:normAutofit/>
          </a:bodyPr>
          <a:lstStyle/>
          <a:p>
            <a:r>
              <a:rPr lang="en-IN" sz="4400" dirty="0"/>
              <a:t>Pairs + </a:t>
            </a:r>
            <a:br>
              <a:rPr lang="en-IN" sz="4400" dirty="0"/>
            </a:br>
            <a:r>
              <a:rPr lang="en-IN" sz="4400" dirty="0"/>
              <a:t>(set/map)</a:t>
            </a:r>
          </a:p>
        </p:txBody>
      </p:sp>
      <p:sp>
        <p:nvSpPr>
          <p:cNvPr id="4" name="Text Placeholder 3">
            <a:extLst>
              <a:ext uri="{FF2B5EF4-FFF2-40B4-BE49-F238E27FC236}">
                <a16:creationId xmlns:a16="http://schemas.microsoft.com/office/drawing/2014/main" id="{2E5FEABE-BF60-40F0-9B87-66C00D8C8CD8}"/>
              </a:ext>
            </a:extLst>
          </p:cNvPr>
          <p:cNvSpPr>
            <a:spLocks noGrp="1"/>
          </p:cNvSpPr>
          <p:nvPr>
            <p:ph type="body" sz="quarter" idx="14"/>
          </p:nvPr>
        </p:nvSpPr>
        <p:spPr>
          <a:xfrm>
            <a:off x="8218426" y="2004969"/>
            <a:ext cx="3304279" cy="3280094"/>
          </a:xfrm>
        </p:spPr>
        <p:txBody>
          <a:bodyPr>
            <a:normAutofit/>
          </a:bodyPr>
          <a:lstStyle/>
          <a:p>
            <a:pPr>
              <a:buFont typeface="Wingdings" panose="05000000000000000000" pitchFamily="2" charset="2"/>
              <a:buChar char="§"/>
            </a:pPr>
            <a:r>
              <a:rPr lang="en-IN" dirty="0"/>
              <a:t>Supercharge sets and maps with pairs. </a:t>
            </a:r>
          </a:p>
          <a:p>
            <a:pPr>
              <a:buFont typeface="Wingdings" panose="05000000000000000000" pitchFamily="2" charset="2"/>
              <a:buChar char="§"/>
            </a:pPr>
            <a:r>
              <a:rPr lang="en-IN" dirty="0"/>
              <a:t>Store more data and sort it first to last.</a:t>
            </a:r>
          </a:p>
          <a:p>
            <a:pPr>
              <a:buFont typeface="Wingdings" panose="05000000000000000000" pitchFamily="2" charset="2"/>
              <a:buChar char="§"/>
            </a:pPr>
            <a:r>
              <a:rPr lang="en-IN" dirty="0"/>
              <a:t>Easier find than vectors and other datatypes. </a:t>
            </a:r>
          </a:p>
          <a:p>
            <a:pPr marL="0" indent="0">
              <a:buNone/>
            </a:pPr>
            <a:endParaRPr lang="en-IN" dirty="0"/>
          </a:p>
        </p:txBody>
      </p:sp>
      <p:sp>
        <p:nvSpPr>
          <p:cNvPr id="6" name="Rectangle 5">
            <a:extLst>
              <a:ext uri="{FF2B5EF4-FFF2-40B4-BE49-F238E27FC236}">
                <a16:creationId xmlns:a16="http://schemas.microsoft.com/office/drawing/2014/main" id="{064DE808-66A7-4861-962A-A60BB96899A4}"/>
              </a:ext>
            </a:extLst>
          </p:cNvPr>
          <p:cNvSpPr/>
          <p:nvPr/>
        </p:nvSpPr>
        <p:spPr>
          <a:xfrm rot="17810215">
            <a:off x="-3155384" y="441825"/>
            <a:ext cx="8567417" cy="4539122"/>
          </a:xfrm>
          <a:custGeom>
            <a:avLst/>
            <a:gdLst>
              <a:gd name="connsiteX0" fmla="*/ 0 w 8767438"/>
              <a:gd name="connsiteY0" fmla="*/ 0 h 4569985"/>
              <a:gd name="connsiteX1" fmla="*/ 8767438 w 8767438"/>
              <a:gd name="connsiteY1" fmla="*/ 0 h 4569985"/>
              <a:gd name="connsiteX2" fmla="*/ 8767438 w 8767438"/>
              <a:gd name="connsiteY2" fmla="*/ 4569985 h 4569985"/>
              <a:gd name="connsiteX3" fmla="*/ 0 w 8767438"/>
              <a:gd name="connsiteY3" fmla="*/ 4569985 h 4569985"/>
              <a:gd name="connsiteX4" fmla="*/ 0 w 8767438"/>
              <a:gd name="connsiteY4" fmla="*/ 0 h 4569985"/>
              <a:gd name="connsiteX0" fmla="*/ 0 w 8767438"/>
              <a:gd name="connsiteY0" fmla="*/ 0 h 4569985"/>
              <a:gd name="connsiteX1" fmla="*/ 7036276 w 8767438"/>
              <a:gd name="connsiteY1" fmla="*/ 1030556 h 4569985"/>
              <a:gd name="connsiteX2" fmla="*/ 8767438 w 8767438"/>
              <a:gd name="connsiteY2" fmla="*/ 4569985 h 4569985"/>
              <a:gd name="connsiteX3" fmla="*/ 0 w 8767438"/>
              <a:gd name="connsiteY3" fmla="*/ 4569985 h 4569985"/>
              <a:gd name="connsiteX4" fmla="*/ 0 w 8767438"/>
              <a:gd name="connsiteY4" fmla="*/ 0 h 4569985"/>
              <a:gd name="connsiteX0" fmla="*/ 0 w 8767438"/>
              <a:gd name="connsiteY0" fmla="*/ 0 h 4569985"/>
              <a:gd name="connsiteX1" fmla="*/ 6425859 w 8767438"/>
              <a:gd name="connsiteY1" fmla="*/ 34258 h 4569985"/>
              <a:gd name="connsiteX2" fmla="*/ 8767438 w 8767438"/>
              <a:gd name="connsiteY2" fmla="*/ 4569985 h 4569985"/>
              <a:gd name="connsiteX3" fmla="*/ 0 w 8767438"/>
              <a:gd name="connsiteY3" fmla="*/ 4569985 h 4569985"/>
              <a:gd name="connsiteX4" fmla="*/ 0 w 8767438"/>
              <a:gd name="connsiteY4" fmla="*/ 0 h 4569985"/>
              <a:gd name="connsiteX0" fmla="*/ 0 w 8767438"/>
              <a:gd name="connsiteY0" fmla="*/ 0 h 4573380"/>
              <a:gd name="connsiteX1" fmla="*/ 6425859 w 8767438"/>
              <a:gd name="connsiteY1" fmla="*/ 34258 h 4573380"/>
              <a:gd name="connsiteX2" fmla="*/ 8767438 w 8767438"/>
              <a:gd name="connsiteY2" fmla="*/ 4569985 h 4573380"/>
              <a:gd name="connsiteX3" fmla="*/ 910478 w 8767438"/>
              <a:gd name="connsiteY3" fmla="*/ 4573380 h 4573380"/>
              <a:gd name="connsiteX4" fmla="*/ 0 w 8767438"/>
              <a:gd name="connsiteY4" fmla="*/ 0 h 4573380"/>
              <a:gd name="connsiteX0" fmla="*/ 0 w 8567417"/>
              <a:gd name="connsiteY0" fmla="*/ 3093543 h 4539122"/>
              <a:gd name="connsiteX1" fmla="*/ 6225838 w 8567417"/>
              <a:gd name="connsiteY1" fmla="*/ 0 h 4539122"/>
              <a:gd name="connsiteX2" fmla="*/ 8567417 w 8567417"/>
              <a:gd name="connsiteY2" fmla="*/ 4535727 h 4539122"/>
              <a:gd name="connsiteX3" fmla="*/ 710457 w 8567417"/>
              <a:gd name="connsiteY3" fmla="*/ 4539122 h 4539122"/>
              <a:gd name="connsiteX4" fmla="*/ 0 w 8567417"/>
              <a:gd name="connsiteY4" fmla="*/ 3093543 h 45391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67417" h="4539122">
                <a:moveTo>
                  <a:pt x="0" y="3093543"/>
                </a:moveTo>
                <a:lnTo>
                  <a:pt x="6225838" y="0"/>
                </a:lnTo>
                <a:lnTo>
                  <a:pt x="8567417" y="4535727"/>
                </a:lnTo>
                <a:lnTo>
                  <a:pt x="710457" y="4539122"/>
                </a:lnTo>
                <a:lnTo>
                  <a:pt x="0" y="3093543"/>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Box 1">
            <a:extLst>
              <a:ext uri="{FF2B5EF4-FFF2-40B4-BE49-F238E27FC236}">
                <a16:creationId xmlns:a16="http://schemas.microsoft.com/office/drawing/2014/main" id="{68B5C823-131C-4710-9C22-C6B516BBD3B7}"/>
              </a:ext>
            </a:extLst>
          </p:cNvPr>
          <p:cNvSpPr txBox="1"/>
          <p:nvPr/>
        </p:nvSpPr>
        <p:spPr>
          <a:xfrm>
            <a:off x="189275" y="1137529"/>
            <a:ext cx="3728384" cy="1200329"/>
          </a:xfrm>
          <a:prstGeom prst="rect">
            <a:avLst/>
          </a:prstGeom>
          <a:noFill/>
        </p:spPr>
        <p:txBody>
          <a:bodyPr wrap="square" rtlCol="0">
            <a:spAutoFit/>
          </a:bodyPr>
          <a:lstStyle/>
          <a:p>
            <a:pPr marL="285750" indent="-285750">
              <a:buFont typeface="Wingdings" panose="05000000000000000000" pitchFamily="2" charset="2"/>
              <a:buChar char="§"/>
            </a:pPr>
            <a:r>
              <a:rPr lang="en-IN" dirty="0"/>
              <a:t>Set&lt;pair&lt;pair&lt;</a:t>
            </a:r>
            <a:r>
              <a:rPr lang="en-IN" dirty="0" err="1"/>
              <a:t>int,int</a:t>
            </a:r>
            <a:r>
              <a:rPr lang="en-IN" dirty="0"/>
              <a:t>&gt;,string&gt;&gt; </a:t>
            </a:r>
            <a:r>
              <a:rPr lang="en-IN" dirty="0" err="1"/>
              <a:t>st</a:t>
            </a:r>
            <a:r>
              <a:rPr lang="en-IN" dirty="0"/>
              <a:t>;</a:t>
            </a:r>
          </a:p>
          <a:p>
            <a:pPr marL="285750" indent="-285750">
              <a:buFont typeface="Wingdings" panose="05000000000000000000" pitchFamily="2" charset="2"/>
              <a:buChar char="§"/>
            </a:pPr>
            <a:endParaRPr lang="en-IN" dirty="0"/>
          </a:p>
          <a:p>
            <a:pPr marL="285750" indent="-285750">
              <a:buFont typeface="Wingdings" panose="05000000000000000000" pitchFamily="2" charset="2"/>
              <a:buChar char="§"/>
            </a:pPr>
            <a:r>
              <a:rPr lang="en-IN" dirty="0"/>
              <a:t>map&lt;</a:t>
            </a:r>
            <a:r>
              <a:rPr lang="en-IN" dirty="0" err="1"/>
              <a:t>string,pair</a:t>
            </a:r>
            <a:r>
              <a:rPr lang="en-IN" dirty="0"/>
              <a:t>&lt;</a:t>
            </a:r>
            <a:r>
              <a:rPr lang="en-IN" dirty="0" err="1"/>
              <a:t>int,int</a:t>
            </a:r>
            <a:r>
              <a:rPr lang="en-IN" dirty="0"/>
              <a:t>&gt;&gt;</a:t>
            </a:r>
            <a:r>
              <a:rPr lang="en-IN" dirty="0" err="1"/>
              <a:t>mp</a:t>
            </a:r>
            <a:r>
              <a:rPr lang="en-IN" dirty="0"/>
              <a:t>;</a:t>
            </a:r>
          </a:p>
          <a:p>
            <a:pPr marL="742950" lvl="1" indent="-285750">
              <a:buFont typeface="Wingdings" panose="05000000000000000000" pitchFamily="2" charset="2"/>
              <a:buChar char="§"/>
            </a:pPr>
            <a:endParaRPr lang="en-IN" dirty="0"/>
          </a:p>
        </p:txBody>
      </p:sp>
      <p:sp>
        <p:nvSpPr>
          <p:cNvPr id="5" name="TextBox 4">
            <a:extLst>
              <a:ext uri="{FF2B5EF4-FFF2-40B4-BE49-F238E27FC236}">
                <a16:creationId xmlns:a16="http://schemas.microsoft.com/office/drawing/2014/main" id="{B35EC549-A6B8-47C5-A4FE-72981616F723}"/>
              </a:ext>
            </a:extLst>
          </p:cNvPr>
          <p:cNvSpPr txBox="1"/>
          <p:nvPr/>
        </p:nvSpPr>
        <p:spPr>
          <a:xfrm>
            <a:off x="8511057" y="5167618"/>
            <a:ext cx="3011648" cy="584775"/>
          </a:xfrm>
          <a:prstGeom prst="rect">
            <a:avLst/>
          </a:prstGeom>
          <a:noFill/>
        </p:spPr>
        <p:txBody>
          <a:bodyPr wrap="square" rtlCol="0">
            <a:spAutoFit/>
          </a:bodyPr>
          <a:lstStyle/>
          <a:p>
            <a:pPr marL="0" indent="0">
              <a:buNone/>
            </a:pPr>
            <a:r>
              <a:rPr lang="en-IN" sz="1600" dirty="0">
                <a:solidFill>
                  <a:schemeClr val="bg1"/>
                </a:solidFill>
              </a:rPr>
              <a:t>As an example, SPOJ problem: Santa1 will be explained.</a:t>
            </a:r>
          </a:p>
        </p:txBody>
      </p:sp>
    </p:spTree>
    <p:extLst>
      <p:ext uri="{BB962C8B-B14F-4D97-AF65-F5344CB8AC3E}">
        <p14:creationId xmlns:p14="http://schemas.microsoft.com/office/powerpoint/2010/main" val="13092554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CD060-9293-4038-83F2-9ABE1482306D}"/>
              </a:ext>
            </a:extLst>
          </p:cNvPr>
          <p:cNvSpPr>
            <a:spLocks noGrp="1"/>
          </p:cNvSpPr>
          <p:nvPr>
            <p:ph type="title"/>
          </p:nvPr>
        </p:nvSpPr>
        <p:spPr>
          <a:xfrm>
            <a:off x="512936" y="847052"/>
            <a:ext cx="4393415" cy="2340765"/>
          </a:xfrm>
        </p:spPr>
        <p:txBody>
          <a:bodyPr/>
          <a:lstStyle/>
          <a:p>
            <a:r>
              <a:rPr lang="en-IN" dirty="0">
                <a:solidFill>
                  <a:schemeClr val="accent1"/>
                </a:solidFill>
              </a:rPr>
              <a:t>SANTA1 </a:t>
            </a:r>
            <a:br>
              <a:rPr lang="en-IN" dirty="0">
                <a:solidFill>
                  <a:schemeClr val="accent1"/>
                </a:solidFill>
              </a:rPr>
            </a:br>
            <a:br>
              <a:rPr lang="en-IN" dirty="0">
                <a:solidFill>
                  <a:schemeClr val="accent1"/>
                </a:solidFill>
              </a:rPr>
            </a:br>
            <a:r>
              <a:rPr lang="en-IN" sz="4000" dirty="0">
                <a:solidFill>
                  <a:schemeClr val="accent1"/>
                </a:solidFill>
              </a:rPr>
              <a:t>Input - Output</a:t>
            </a:r>
            <a:endParaRPr lang="en-IN" dirty="0">
              <a:solidFill>
                <a:schemeClr val="accent1"/>
              </a:solidFill>
            </a:endParaRPr>
          </a:p>
        </p:txBody>
      </p:sp>
      <p:sp>
        <p:nvSpPr>
          <p:cNvPr id="3" name="TextBox 2">
            <a:extLst>
              <a:ext uri="{FF2B5EF4-FFF2-40B4-BE49-F238E27FC236}">
                <a16:creationId xmlns:a16="http://schemas.microsoft.com/office/drawing/2014/main" id="{11B405F0-9E44-4475-A0F8-31CE0C2E2F12}"/>
              </a:ext>
            </a:extLst>
          </p:cNvPr>
          <p:cNvSpPr txBox="1"/>
          <p:nvPr/>
        </p:nvSpPr>
        <p:spPr>
          <a:xfrm>
            <a:off x="5850115" y="2017434"/>
            <a:ext cx="5951976" cy="2800767"/>
          </a:xfrm>
          <a:prstGeom prst="rect">
            <a:avLst/>
          </a:prstGeom>
          <a:noFill/>
        </p:spPr>
        <p:txBody>
          <a:bodyPr wrap="square" rtlCol="0">
            <a:spAutoFit/>
          </a:bodyPr>
          <a:lstStyle/>
          <a:p>
            <a:pPr algn="just"/>
            <a:r>
              <a:rPr lang="en-GB" sz="1600" dirty="0"/>
              <a:t>Every reindeer has a unique name (a string of up to 20 case-sensitive letters), as well as a seniority and a productivity value (both positive integers no larger than $10^6$). When a group of reindeer is chosen to pull the sleigh, they line up in single file, always in descending order of seniority from the front. If multiple reindeer have the same seniority, they line up in descending order of productivity within themselves (no two reindeer have both the same seniority and the same productivity). The productivity of a pair of adjacent reindeer in the </a:t>
            </a:r>
            <a:r>
              <a:rPr lang="en-GB" sz="1600" dirty="0" err="1"/>
              <a:t>lineup</a:t>
            </a:r>
            <a:r>
              <a:rPr lang="en-GB" sz="1600" dirty="0"/>
              <a:t> is the product of their individual productivity values, and the total productivity of the </a:t>
            </a:r>
            <a:r>
              <a:rPr lang="en-GB" sz="1600" dirty="0" err="1"/>
              <a:t>lineup</a:t>
            </a:r>
            <a:r>
              <a:rPr lang="en-GB" sz="1600" dirty="0"/>
              <a:t> is the sum of all such productivities. The total productivity of a group of fewer than 2 reindeer is 0.</a:t>
            </a:r>
          </a:p>
        </p:txBody>
      </p:sp>
      <p:sp>
        <p:nvSpPr>
          <p:cNvPr id="4" name="TextBox 3">
            <a:extLst>
              <a:ext uri="{FF2B5EF4-FFF2-40B4-BE49-F238E27FC236}">
                <a16:creationId xmlns:a16="http://schemas.microsoft.com/office/drawing/2014/main" id="{DA102BF3-D0AD-49A4-A5AC-17862DF4E75B}"/>
              </a:ext>
            </a:extLst>
          </p:cNvPr>
          <p:cNvSpPr txBox="1"/>
          <p:nvPr/>
        </p:nvSpPr>
        <p:spPr>
          <a:xfrm>
            <a:off x="6872833" y="811655"/>
            <a:ext cx="4642330" cy="1205779"/>
          </a:xfrm>
          <a:prstGeom prst="rect">
            <a:avLst/>
          </a:prstGeom>
          <a:noFill/>
        </p:spPr>
        <p:txBody>
          <a:bodyPr wrap="square" rtlCol="0">
            <a:spAutoFit/>
          </a:bodyPr>
          <a:lstStyle/>
          <a:p>
            <a:pPr algn="ctr">
              <a:lnSpc>
                <a:spcPct val="90000"/>
              </a:lnSpc>
              <a:spcBef>
                <a:spcPct val="0"/>
              </a:spcBef>
            </a:pPr>
            <a:r>
              <a:rPr lang="en-IN" sz="4000" spc="-50" dirty="0">
                <a:solidFill>
                  <a:schemeClr val="accent1">
                    <a:lumMod val="50000"/>
                  </a:schemeClr>
                </a:solidFill>
                <a:latin typeface="+mj-lt"/>
                <a:ea typeface="+mj-ea"/>
                <a:cs typeface="+mj-cs"/>
              </a:rPr>
              <a:t>SANTA1 </a:t>
            </a:r>
            <a:br>
              <a:rPr lang="en-IN" sz="4000" spc="-50" dirty="0">
                <a:solidFill>
                  <a:schemeClr val="accent1">
                    <a:lumMod val="50000"/>
                  </a:schemeClr>
                </a:solidFill>
                <a:latin typeface="+mj-lt"/>
                <a:ea typeface="+mj-ea"/>
                <a:cs typeface="+mj-cs"/>
              </a:rPr>
            </a:br>
            <a:r>
              <a:rPr lang="en-IN" sz="4000" spc="-50" dirty="0">
                <a:solidFill>
                  <a:schemeClr val="accent1">
                    <a:lumMod val="50000"/>
                  </a:schemeClr>
                </a:solidFill>
                <a:latin typeface="+mj-lt"/>
                <a:ea typeface="+mj-ea"/>
                <a:cs typeface="+mj-cs"/>
              </a:rPr>
              <a:t>Problem statement </a:t>
            </a:r>
          </a:p>
        </p:txBody>
      </p:sp>
      <p:sp>
        <p:nvSpPr>
          <p:cNvPr id="5" name="TextBox 4">
            <a:extLst>
              <a:ext uri="{FF2B5EF4-FFF2-40B4-BE49-F238E27FC236}">
                <a16:creationId xmlns:a16="http://schemas.microsoft.com/office/drawing/2014/main" id="{C9E1DF6C-9A4A-4A08-A76E-B7C8011F9BA1}"/>
              </a:ext>
            </a:extLst>
          </p:cNvPr>
          <p:cNvSpPr txBox="1"/>
          <p:nvPr/>
        </p:nvSpPr>
        <p:spPr>
          <a:xfrm>
            <a:off x="1170266" y="2773210"/>
            <a:ext cx="1585518" cy="2031325"/>
          </a:xfrm>
          <a:prstGeom prst="rect">
            <a:avLst/>
          </a:prstGeom>
          <a:noFill/>
        </p:spPr>
        <p:txBody>
          <a:bodyPr wrap="square" rtlCol="0">
            <a:spAutoFit/>
          </a:bodyPr>
          <a:lstStyle/>
          <a:p>
            <a:endParaRPr lang="en-IN" dirty="0">
              <a:solidFill>
                <a:schemeClr val="bg1"/>
              </a:solidFill>
            </a:endParaRPr>
          </a:p>
          <a:p>
            <a:r>
              <a:rPr lang="pt-BR" dirty="0">
                <a:solidFill>
                  <a:schemeClr val="bg1"/>
                </a:solidFill>
              </a:rPr>
              <a:t>5</a:t>
            </a:r>
          </a:p>
          <a:p>
            <a:r>
              <a:rPr lang="pt-BR" dirty="0">
                <a:solidFill>
                  <a:schemeClr val="bg1"/>
                </a:solidFill>
              </a:rPr>
              <a:t>A Dancer 5 2</a:t>
            </a:r>
          </a:p>
          <a:p>
            <a:r>
              <a:rPr lang="pt-BR" dirty="0">
                <a:solidFill>
                  <a:schemeClr val="bg1"/>
                </a:solidFill>
              </a:rPr>
              <a:t>A Prancer 3 8</a:t>
            </a:r>
          </a:p>
          <a:p>
            <a:r>
              <a:rPr lang="pt-BR" dirty="0">
                <a:solidFill>
                  <a:schemeClr val="bg1"/>
                </a:solidFill>
              </a:rPr>
              <a:t>A Vixen 10 9</a:t>
            </a:r>
          </a:p>
          <a:p>
            <a:r>
              <a:rPr lang="pt-BR" dirty="0">
                <a:solidFill>
                  <a:schemeClr val="bg1"/>
                </a:solidFill>
              </a:rPr>
              <a:t>R Dancer</a:t>
            </a:r>
          </a:p>
          <a:p>
            <a:r>
              <a:rPr lang="pt-BR" dirty="0">
                <a:solidFill>
                  <a:schemeClr val="bg1"/>
                </a:solidFill>
              </a:rPr>
              <a:t>A Rudolph 3 1</a:t>
            </a:r>
            <a:endParaRPr lang="en-IN" dirty="0">
              <a:solidFill>
                <a:schemeClr val="bg1"/>
              </a:solidFill>
            </a:endParaRPr>
          </a:p>
        </p:txBody>
      </p:sp>
      <p:sp>
        <p:nvSpPr>
          <p:cNvPr id="6" name="TextBox 5">
            <a:extLst>
              <a:ext uri="{FF2B5EF4-FFF2-40B4-BE49-F238E27FC236}">
                <a16:creationId xmlns:a16="http://schemas.microsoft.com/office/drawing/2014/main" id="{C8BA9FA6-F356-41FF-B0BE-1D2C2AD1E41A}"/>
              </a:ext>
            </a:extLst>
          </p:cNvPr>
          <p:cNvSpPr txBox="1"/>
          <p:nvPr/>
        </p:nvSpPr>
        <p:spPr>
          <a:xfrm>
            <a:off x="3296873" y="3327207"/>
            <a:ext cx="402674" cy="1477328"/>
          </a:xfrm>
          <a:prstGeom prst="rect">
            <a:avLst/>
          </a:prstGeom>
          <a:noFill/>
        </p:spPr>
        <p:txBody>
          <a:bodyPr wrap="none" rtlCol="0">
            <a:spAutoFit/>
          </a:bodyPr>
          <a:lstStyle/>
          <a:p>
            <a:r>
              <a:rPr lang="en-IN" dirty="0">
                <a:solidFill>
                  <a:schemeClr val="bg1"/>
                </a:solidFill>
              </a:rPr>
              <a:t>0</a:t>
            </a:r>
          </a:p>
          <a:p>
            <a:r>
              <a:rPr lang="en-IN" dirty="0">
                <a:solidFill>
                  <a:schemeClr val="bg1"/>
                </a:solidFill>
              </a:rPr>
              <a:t>16</a:t>
            </a:r>
          </a:p>
          <a:p>
            <a:r>
              <a:rPr lang="en-IN" dirty="0">
                <a:solidFill>
                  <a:schemeClr val="bg1"/>
                </a:solidFill>
              </a:rPr>
              <a:t>34</a:t>
            </a:r>
          </a:p>
          <a:p>
            <a:r>
              <a:rPr lang="en-IN" dirty="0">
                <a:solidFill>
                  <a:schemeClr val="bg1"/>
                </a:solidFill>
              </a:rPr>
              <a:t>72</a:t>
            </a:r>
          </a:p>
          <a:p>
            <a:r>
              <a:rPr lang="en-IN" dirty="0">
                <a:solidFill>
                  <a:schemeClr val="bg1"/>
                </a:solidFill>
              </a:rPr>
              <a:t>80</a:t>
            </a:r>
          </a:p>
        </p:txBody>
      </p:sp>
      <p:sp>
        <p:nvSpPr>
          <p:cNvPr id="7" name="TextBox 6">
            <a:extLst>
              <a:ext uri="{FF2B5EF4-FFF2-40B4-BE49-F238E27FC236}">
                <a16:creationId xmlns:a16="http://schemas.microsoft.com/office/drawing/2014/main" id="{E8DB55A1-F2BE-4B68-9042-770AC422065F}"/>
              </a:ext>
            </a:extLst>
          </p:cNvPr>
          <p:cNvSpPr txBox="1"/>
          <p:nvPr/>
        </p:nvSpPr>
        <p:spPr>
          <a:xfrm>
            <a:off x="4723003" y="4549676"/>
            <a:ext cx="7079088" cy="2062103"/>
          </a:xfrm>
          <a:prstGeom prst="rect">
            <a:avLst/>
          </a:prstGeom>
          <a:noFill/>
        </p:spPr>
        <p:txBody>
          <a:bodyPr wrap="square" rtlCol="0">
            <a:spAutoFit/>
          </a:bodyPr>
          <a:lstStyle/>
          <a:p>
            <a:pPr algn="just"/>
            <a:endParaRPr lang="en-GB" sz="1600" dirty="0"/>
          </a:p>
          <a:p>
            <a:pPr algn="just"/>
            <a:r>
              <a:rPr lang="en-GB" sz="1600" dirty="0"/>
              <a:t>Starting with an empty group of reindeer, Santa will perform $M$ ($1 \</a:t>
            </a:r>
            <a:r>
              <a:rPr lang="en-GB" sz="1600" dirty="0" err="1"/>
              <a:t>leq</a:t>
            </a:r>
            <a:r>
              <a:rPr lang="en-GB" sz="1600" dirty="0"/>
              <a:t> M \</a:t>
            </a:r>
            <a:r>
              <a:rPr lang="en-GB" sz="1600" dirty="0" err="1"/>
              <a:t>leq</a:t>
            </a:r>
            <a:r>
              <a:rPr lang="en-GB" sz="1600" dirty="0"/>
              <a:t> 10^5$) modifications. The $</a:t>
            </a:r>
            <a:r>
              <a:rPr lang="en-GB" sz="1600" dirty="0" err="1"/>
              <a:t>i$th</a:t>
            </a:r>
            <a:r>
              <a:rPr lang="en-GB" sz="1600" dirty="0"/>
              <a:t> modification will involve the reindeer with name $</a:t>
            </a:r>
            <a:r>
              <a:rPr lang="en-GB" sz="1600" dirty="0" err="1"/>
              <a:t>N_i</a:t>
            </a:r>
            <a:r>
              <a:rPr lang="en-GB" sz="1600" dirty="0"/>
              <a:t>$. If $</a:t>
            </a:r>
            <a:r>
              <a:rPr lang="en-GB" sz="1600" dirty="0" err="1"/>
              <a:t>A_i</a:t>
            </a:r>
            <a:r>
              <a:rPr lang="en-GB" sz="1600" dirty="0"/>
              <a:t>=$ 'A', then this reindeer will be added to the </a:t>
            </a:r>
            <a:r>
              <a:rPr lang="en-GB" sz="1600" dirty="0" err="1"/>
              <a:t>lineup</a:t>
            </a:r>
            <a:r>
              <a:rPr lang="en-GB" sz="1600" dirty="0"/>
              <a:t> (in its correct spot) - in this case, its seniority and productivity values, $</a:t>
            </a:r>
            <a:r>
              <a:rPr lang="en-GB" sz="1600" dirty="0" err="1"/>
              <a:t>S_i</a:t>
            </a:r>
            <a:r>
              <a:rPr lang="en-GB" sz="1600" dirty="0"/>
              <a:t>$ and $</a:t>
            </a:r>
            <a:r>
              <a:rPr lang="en-GB" sz="1600" dirty="0" err="1"/>
              <a:t>P_i</a:t>
            </a:r>
            <a:r>
              <a:rPr lang="en-GB" sz="1600" dirty="0"/>
              <a:t>$, will be given. Otherwise, if $</a:t>
            </a:r>
            <a:r>
              <a:rPr lang="en-GB" sz="1600" dirty="0" err="1"/>
              <a:t>A_i</a:t>
            </a:r>
            <a:r>
              <a:rPr lang="en-GB" sz="1600" dirty="0"/>
              <a:t>=$ 'R', then this reindeer will be removed from the </a:t>
            </a:r>
            <a:r>
              <a:rPr lang="en-GB" sz="1600" dirty="0" err="1"/>
              <a:t>lineup</a:t>
            </a:r>
            <a:r>
              <a:rPr lang="en-GB" sz="1600" dirty="0"/>
              <a:t>. Each reindeer will only be added once, and will only be removed if it's currently in the </a:t>
            </a:r>
            <a:r>
              <a:rPr lang="en-GB" sz="1600" dirty="0" err="1"/>
              <a:t>lineup</a:t>
            </a:r>
            <a:r>
              <a:rPr lang="en-GB" sz="1600" dirty="0"/>
              <a:t>.</a:t>
            </a:r>
          </a:p>
          <a:p>
            <a:pPr algn="just"/>
            <a:endParaRPr lang="en-IN" sz="1600" dirty="0"/>
          </a:p>
        </p:txBody>
      </p:sp>
    </p:spTree>
    <p:extLst>
      <p:ext uri="{BB962C8B-B14F-4D97-AF65-F5344CB8AC3E}">
        <p14:creationId xmlns:p14="http://schemas.microsoft.com/office/powerpoint/2010/main" val="2272493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CD060-9293-4038-83F2-9ABE1482306D}"/>
              </a:ext>
            </a:extLst>
          </p:cNvPr>
          <p:cNvSpPr>
            <a:spLocks noGrp="1"/>
          </p:cNvSpPr>
          <p:nvPr>
            <p:ph type="title"/>
          </p:nvPr>
        </p:nvSpPr>
        <p:spPr>
          <a:xfrm>
            <a:off x="512936" y="847052"/>
            <a:ext cx="4393415" cy="2340765"/>
          </a:xfrm>
        </p:spPr>
        <p:txBody>
          <a:bodyPr/>
          <a:lstStyle/>
          <a:p>
            <a:r>
              <a:rPr lang="en-IN" dirty="0">
                <a:solidFill>
                  <a:schemeClr val="accent1"/>
                </a:solidFill>
              </a:rPr>
              <a:t>SANTA1 </a:t>
            </a:r>
            <a:br>
              <a:rPr lang="en-IN" dirty="0">
                <a:solidFill>
                  <a:schemeClr val="accent1"/>
                </a:solidFill>
              </a:rPr>
            </a:br>
            <a:br>
              <a:rPr lang="en-IN" dirty="0">
                <a:solidFill>
                  <a:schemeClr val="accent1"/>
                </a:solidFill>
              </a:rPr>
            </a:br>
            <a:r>
              <a:rPr lang="en-IN" sz="4000" dirty="0">
                <a:solidFill>
                  <a:schemeClr val="accent1"/>
                </a:solidFill>
              </a:rPr>
              <a:t>Input - Output</a:t>
            </a:r>
            <a:endParaRPr lang="en-IN" dirty="0">
              <a:solidFill>
                <a:schemeClr val="accent1"/>
              </a:solidFill>
            </a:endParaRPr>
          </a:p>
        </p:txBody>
      </p:sp>
      <p:sp>
        <p:nvSpPr>
          <p:cNvPr id="3" name="TextBox 2">
            <a:extLst>
              <a:ext uri="{FF2B5EF4-FFF2-40B4-BE49-F238E27FC236}">
                <a16:creationId xmlns:a16="http://schemas.microsoft.com/office/drawing/2014/main" id="{11B405F0-9E44-4475-A0F8-31CE0C2E2F12}"/>
              </a:ext>
            </a:extLst>
          </p:cNvPr>
          <p:cNvSpPr txBox="1"/>
          <p:nvPr/>
        </p:nvSpPr>
        <p:spPr>
          <a:xfrm>
            <a:off x="5850115" y="2017434"/>
            <a:ext cx="5951976" cy="2800767"/>
          </a:xfrm>
          <a:prstGeom prst="rect">
            <a:avLst/>
          </a:prstGeom>
          <a:noFill/>
        </p:spPr>
        <p:txBody>
          <a:bodyPr wrap="square" rtlCol="0">
            <a:spAutoFit/>
          </a:bodyPr>
          <a:lstStyle/>
          <a:p>
            <a:pPr algn="just"/>
            <a:r>
              <a:rPr lang="en-GB" sz="1600" dirty="0"/>
              <a:t>Every reindeer has a unique name (a string of up to 20 case-sensitive letters), as well as a seniority and a productivity value (both positive integers no larger than $10^6$). When a group of reindeer is chosen to pull the sleigh, they line up in single file, always in descending order of seniority from the front. If multiple reindeer have the same seniority, they line up in descending order of productivity within themselves (no two reindeer have both the same seniority and the same productivity). The productivity of a pair of adjacent reindeer in the </a:t>
            </a:r>
            <a:r>
              <a:rPr lang="en-GB" sz="1600" dirty="0" err="1"/>
              <a:t>lineup</a:t>
            </a:r>
            <a:r>
              <a:rPr lang="en-GB" sz="1600" dirty="0"/>
              <a:t> is the product of their individual productivity values, and the total productivity of the </a:t>
            </a:r>
            <a:r>
              <a:rPr lang="en-GB" sz="1600" dirty="0" err="1"/>
              <a:t>lineup</a:t>
            </a:r>
            <a:r>
              <a:rPr lang="en-GB" sz="1600" dirty="0"/>
              <a:t> is the sum of all such productivities. The total productivity of a group of fewer than 2 reindeer is 0.</a:t>
            </a:r>
          </a:p>
        </p:txBody>
      </p:sp>
      <p:sp>
        <p:nvSpPr>
          <p:cNvPr id="4" name="TextBox 3">
            <a:extLst>
              <a:ext uri="{FF2B5EF4-FFF2-40B4-BE49-F238E27FC236}">
                <a16:creationId xmlns:a16="http://schemas.microsoft.com/office/drawing/2014/main" id="{DA102BF3-D0AD-49A4-A5AC-17862DF4E75B}"/>
              </a:ext>
            </a:extLst>
          </p:cNvPr>
          <p:cNvSpPr txBox="1"/>
          <p:nvPr/>
        </p:nvSpPr>
        <p:spPr>
          <a:xfrm>
            <a:off x="6872833" y="811655"/>
            <a:ext cx="4642330" cy="1205779"/>
          </a:xfrm>
          <a:prstGeom prst="rect">
            <a:avLst/>
          </a:prstGeom>
          <a:noFill/>
        </p:spPr>
        <p:txBody>
          <a:bodyPr wrap="square" rtlCol="0">
            <a:spAutoFit/>
          </a:bodyPr>
          <a:lstStyle/>
          <a:p>
            <a:pPr algn="ctr">
              <a:lnSpc>
                <a:spcPct val="90000"/>
              </a:lnSpc>
              <a:spcBef>
                <a:spcPct val="0"/>
              </a:spcBef>
            </a:pPr>
            <a:r>
              <a:rPr lang="en-IN" sz="4000" spc="-50" dirty="0">
                <a:solidFill>
                  <a:schemeClr val="accent1">
                    <a:lumMod val="50000"/>
                  </a:schemeClr>
                </a:solidFill>
                <a:latin typeface="+mj-lt"/>
                <a:ea typeface="+mj-ea"/>
                <a:cs typeface="+mj-cs"/>
              </a:rPr>
              <a:t>SANTA1 </a:t>
            </a:r>
            <a:br>
              <a:rPr lang="en-IN" sz="4000" spc="-50" dirty="0">
                <a:solidFill>
                  <a:schemeClr val="accent1">
                    <a:lumMod val="50000"/>
                  </a:schemeClr>
                </a:solidFill>
                <a:latin typeface="+mj-lt"/>
                <a:ea typeface="+mj-ea"/>
                <a:cs typeface="+mj-cs"/>
              </a:rPr>
            </a:br>
            <a:r>
              <a:rPr lang="en-IN" sz="4000" spc="-50" dirty="0">
                <a:solidFill>
                  <a:schemeClr val="accent1">
                    <a:lumMod val="50000"/>
                  </a:schemeClr>
                </a:solidFill>
                <a:latin typeface="+mj-lt"/>
                <a:ea typeface="+mj-ea"/>
                <a:cs typeface="+mj-cs"/>
              </a:rPr>
              <a:t>Problem statement </a:t>
            </a:r>
          </a:p>
        </p:txBody>
      </p:sp>
      <p:sp>
        <p:nvSpPr>
          <p:cNvPr id="5" name="TextBox 4">
            <a:extLst>
              <a:ext uri="{FF2B5EF4-FFF2-40B4-BE49-F238E27FC236}">
                <a16:creationId xmlns:a16="http://schemas.microsoft.com/office/drawing/2014/main" id="{C9E1DF6C-9A4A-4A08-A76E-B7C8011F9BA1}"/>
              </a:ext>
            </a:extLst>
          </p:cNvPr>
          <p:cNvSpPr txBox="1"/>
          <p:nvPr/>
        </p:nvSpPr>
        <p:spPr>
          <a:xfrm>
            <a:off x="1170266" y="2773210"/>
            <a:ext cx="1585518" cy="2031325"/>
          </a:xfrm>
          <a:prstGeom prst="rect">
            <a:avLst/>
          </a:prstGeom>
          <a:noFill/>
        </p:spPr>
        <p:txBody>
          <a:bodyPr wrap="square" rtlCol="0">
            <a:spAutoFit/>
          </a:bodyPr>
          <a:lstStyle/>
          <a:p>
            <a:endParaRPr lang="en-IN" dirty="0">
              <a:solidFill>
                <a:schemeClr val="bg1"/>
              </a:solidFill>
            </a:endParaRPr>
          </a:p>
          <a:p>
            <a:r>
              <a:rPr lang="pt-BR" dirty="0">
                <a:solidFill>
                  <a:schemeClr val="bg1"/>
                </a:solidFill>
              </a:rPr>
              <a:t>5</a:t>
            </a:r>
          </a:p>
          <a:p>
            <a:r>
              <a:rPr lang="pt-BR" dirty="0">
                <a:solidFill>
                  <a:schemeClr val="bg1"/>
                </a:solidFill>
              </a:rPr>
              <a:t>A Dancer 5 2</a:t>
            </a:r>
          </a:p>
          <a:p>
            <a:r>
              <a:rPr lang="pt-BR" dirty="0">
                <a:solidFill>
                  <a:schemeClr val="bg1"/>
                </a:solidFill>
              </a:rPr>
              <a:t>A Prancer 3 8</a:t>
            </a:r>
          </a:p>
          <a:p>
            <a:r>
              <a:rPr lang="pt-BR" dirty="0">
                <a:solidFill>
                  <a:schemeClr val="bg1"/>
                </a:solidFill>
              </a:rPr>
              <a:t>A Vixen 10 9</a:t>
            </a:r>
          </a:p>
          <a:p>
            <a:r>
              <a:rPr lang="pt-BR" dirty="0">
                <a:solidFill>
                  <a:schemeClr val="bg1"/>
                </a:solidFill>
              </a:rPr>
              <a:t>R Dancer</a:t>
            </a:r>
          </a:p>
          <a:p>
            <a:r>
              <a:rPr lang="pt-BR" dirty="0">
                <a:solidFill>
                  <a:schemeClr val="bg1"/>
                </a:solidFill>
              </a:rPr>
              <a:t>A Rudolph 3 1</a:t>
            </a:r>
            <a:endParaRPr lang="en-IN" dirty="0">
              <a:solidFill>
                <a:schemeClr val="bg1"/>
              </a:solidFill>
            </a:endParaRPr>
          </a:p>
        </p:txBody>
      </p:sp>
      <p:sp>
        <p:nvSpPr>
          <p:cNvPr id="6" name="TextBox 5">
            <a:extLst>
              <a:ext uri="{FF2B5EF4-FFF2-40B4-BE49-F238E27FC236}">
                <a16:creationId xmlns:a16="http://schemas.microsoft.com/office/drawing/2014/main" id="{C8BA9FA6-F356-41FF-B0BE-1D2C2AD1E41A}"/>
              </a:ext>
            </a:extLst>
          </p:cNvPr>
          <p:cNvSpPr txBox="1"/>
          <p:nvPr/>
        </p:nvSpPr>
        <p:spPr>
          <a:xfrm>
            <a:off x="3296873" y="3327207"/>
            <a:ext cx="402674" cy="1477328"/>
          </a:xfrm>
          <a:prstGeom prst="rect">
            <a:avLst/>
          </a:prstGeom>
          <a:noFill/>
        </p:spPr>
        <p:txBody>
          <a:bodyPr wrap="none" rtlCol="0">
            <a:spAutoFit/>
          </a:bodyPr>
          <a:lstStyle/>
          <a:p>
            <a:r>
              <a:rPr lang="en-IN" dirty="0">
                <a:solidFill>
                  <a:schemeClr val="bg1"/>
                </a:solidFill>
              </a:rPr>
              <a:t>0</a:t>
            </a:r>
          </a:p>
          <a:p>
            <a:r>
              <a:rPr lang="en-IN" dirty="0">
                <a:solidFill>
                  <a:schemeClr val="bg1"/>
                </a:solidFill>
              </a:rPr>
              <a:t>16</a:t>
            </a:r>
          </a:p>
          <a:p>
            <a:r>
              <a:rPr lang="en-IN" dirty="0">
                <a:solidFill>
                  <a:schemeClr val="bg1"/>
                </a:solidFill>
              </a:rPr>
              <a:t>34</a:t>
            </a:r>
          </a:p>
          <a:p>
            <a:r>
              <a:rPr lang="en-IN" dirty="0">
                <a:solidFill>
                  <a:schemeClr val="bg1"/>
                </a:solidFill>
              </a:rPr>
              <a:t>72</a:t>
            </a:r>
          </a:p>
          <a:p>
            <a:r>
              <a:rPr lang="en-IN" dirty="0">
                <a:solidFill>
                  <a:schemeClr val="bg1"/>
                </a:solidFill>
              </a:rPr>
              <a:t>80</a:t>
            </a:r>
          </a:p>
        </p:txBody>
      </p:sp>
      <p:sp>
        <p:nvSpPr>
          <p:cNvPr id="7" name="TextBox 6">
            <a:extLst>
              <a:ext uri="{FF2B5EF4-FFF2-40B4-BE49-F238E27FC236}">
                <a16:creationId xmlns:a16="http://schemas.microsoft.com/office/drawing/2014/main" id="{E8DB55A1-F2BE-4B68-9042-770AC422065F}"/>
              </a:ext>
            </a:extLst>
          </p:cNvPr>
          <p:cNvSpPr txBox="1"/>
          <p:nvPr/>
        </p:nvSpPr>
        <p:spPr>
          <a:xfrm>
            <a:off x="4723003" y="4549676"/>
            <a:ext cx="7079088" cy="2062103"/>
          </a:xfrm>
          <a:prstGeom prst="rect">
            <a:avLst/>
          </a:prstGeom>
          <a:noFill/>
        </p:spPr>
        <p:txBody>
          <a:bodyPr wrap="square" rtlCol="0">
            <a:spAutoFit/>
          </a:bodyPr>
          <a:lstStyle/>
          <a:p>
            <a:pPr algn="just"/>
            <a:endParaRPr lang="en-GB" sz="1600" dirty="0"/>
          </a:p>
          <a:p>
            <a:pPr algn="just"/>
            <a:r>
              <a:rPr lang="en-GB" sz="1600" dirty="0"/>
              <a:t>Starting with an empty group of reindeer, Santa will perform $M$ ($1 \</a:t>
            </a:r>
            <a:r>
              <a:rPr lang="en-GB" sz="1600" dirty="0" err="1"/>
              <a:t>leq</a:t>
            </a:r>
            <a:r>
              <a:rPr lang="en-GB" sz="1600" dirty="0"/>
              <a:t> M \</a:t>
            </a:r>
            <a:r>
              <a:rPr lang="en-GB" sz="1600" dirty="0" err="1"/>
              <a:t>leq</a:t>
            </a:r>
            <a:r>
              <a:rPr lang="en-GB" sz="1600" dirty="0"/>
              <a:t> 10^5$) modifications. The $</a:t>
            </a:r>
            <a:r>
              <a:rPr lang="en-GB" sz="1600" dirty="0" err="1"/>
              <a:t>i$th</a:t>
            </a:r>
            <a:r>
              <a:rPr lang="en-GB" sz="1600" dirty="0"/>
              <a:t> modification will involve the reindeer with name $</a:t>
            </a:r>
            <a:r>
              <a:rPr lang="en-GB" sz="1600" dirty="0" err="1"/>
              <a:t>N_i</a:t>
            </a:r>
            <a:r>
              <a:rPr lang="en-GB" sz="1600" dirty="0"/>
              <a:t>$. If $</a:t>
            </a:r>
            <a:r>
              <a:rPr lang="en-GB" sz="1600" dirty="0" err="1"/>
              <a:t>A_i</a:t>
            </a:r>
            <a:r>
              <a:rPr lang="en-GB" sz="1600" dirty="0"/>
              <a:t>=$ 'A', then this reindeer will be added to the </a:t>
            </a:r>
            <a:r>
              <a:rPr lang="en-GB" sz="1600" dirty="0" err="1"/>
              <a:t>lineup</a:t>
            </a:r>
            <a:r>
              <a:rPr lang="en-GB" sz="1600" dirty="0"/>
              <a:t> (in its correct spot) - in this case, its seniority and productivity values, $</a:t>
            </a:r>
            <a:r>
              <a:rPr lang="en-GB" sz="1600" dirty="0" err="1"/>
              <a:t>S_i</a:t>
            </a:r>
            <a:r>
              <a:rPr lang="en-GB" sz="1600" dirty="0"/>
              <a:t>$ and $</a:t>
            </a:r>
            <a:r>
              <a:rPr lang="en-GB" sz="1600" dirty="0" err="1"/>
              <a:t>P_i</a:t>
            </a:r>
            <a:r>
              <a:rPr lang="en-GB" sz="1600" dirty="0"/>
              <a:t>$, will be given. Otherwise, if $</a:t>
            </a:r>
            <a:r>
              <a:rPr lang="en-GB" sz="1600" dirty="0" err="1"/>
              <a:t>A_i</a:t>
            </a:r>
            <a:r>
              <a:rPr lang="en-GB" sz="1600" dirty="0"/>
              <a:t>=$ 'R', then this reindeer will be removed from the </a:t>
            </a:r>
            <a:r>
              <a:rPr lang="en-GB" sz="1600" dirty="0" err="1"/>
              <a:t>lineup</a:t>
            </a:r>
            <a:r>
              <a:rPr lang="en-GB" sz="1600" dirty="0"/>
              <a:t>. Each reindeer will only be added once, and will only be removed if it's currently in the </a:t>
            </a:r>
            <a:r>
              <a:rPr lang="en-GB" sz="1600" dirty="0" err="1"/>
              <a:t>lineup</a:t>
            </a:r>
            <a:r>
              <a:rPr lang="en-GB" sz="1600" dirty="0"/>
              <a:t>.</a:t>
            </a:r>
          </a:p>
          <a:p>
            <a:pPr algn="just"/>
            <a:endParaRPr lang="en-IN" sz="1600" dirty="0"/>
          </a:p>
        </p:txBody>
      </p:sp>
    </p:spTree>
    <p:extLst>
      <p:ext uri="{BB962C8B-B14F-4D97-AF65-F5344CB8AC3E}">
        <p14:creationId xmlns:p14="http://schemas.microsoft.com/office/powerpoint/2010/main" val="23360480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28EC2F2-3B41-4CAC-B7E8-11A10F274A1A}"/>
              </a:ext>
            </a:extLst>
          </p:cNvPr>
          <p:cNvSpPr txBox="1"/>
          <p:nvPr/>
        </p:nvSpPr>
        <p:spPr>
          <a:xfrm>
            <a:off x="385893" y="1102711"/>
            <a:ext cx="11420213" cy="5262979"/>
          </a:xfrm>
          <a:prstGeom prst="rect">
            <a:avLst/>
          </a:prstGeom>
          <a:noFill/>
        </p:spPr>
        <p:txBody>
          <a:bodyPr wrap="square">
            <a:spAutoFit/>
          </a:bodyPr>
          <a:lstStyle/>
          <a:p>
            <a:r>
              <a:rPr lang="en-IN" sz="1600" b="0" dirty="0">
                <a:solidFill>
                  <a:srgbClr val="C586C0"/>
                </a:solidFill>
                <a:effectLst/>
                <a:latin typeface="Consolas" panose="020B0609020204030204" pitchFamily="49" charset="0"/>
              </a:rPr>
              <a:t>if</a:t>
            </a:r>
            <a:r>
              <a:rPr lang="en-IN" sz="1600" b="0" dirty="0">
                <a:solidFill>
                  <a:srgbClr val="D4D4D4"/>
                </a:solidFill>
                <a:effectLst/>
                <a:latin typeface="Consolas" panose="020B0609020204030204" pitchFamily="49" charset="0"/>
              </a:rPr>
              <a:t>(</a:t>
            </a:r>
            <a:r>
              <a:rPr lang="en-IN" sz="1600" b="0" dirty="0">
                <a:solidFill>
                  <a:srgbClr val="9CDCFE"/>
                </a:solidFill>
                <a:effectLst/>
                <a:latin typeface="Consolas" panose="020B0609020204030204" pitchFamily="49" charset="0"/>
              </a:rPr>
              <a:t>c</a:t>
            </a:r>
            <a:r>
              <a:rPr lang="en-IN" sz="1600" b="0" dirty="0">
                <a:solidFill>
                  <a:srgbClr val="D4D4D4"/>
                </a:solidFill>
                <a:effectLst/>
                <a:latin typeface="Consolas" panose="020B0609020204030204" pitchFamily="49" charset="0"/>
              </a:rPr>
              <a:t> == </a:t>
            </a:r>
            <a:r>
              <a:rPr lang="en-IN" sz="1600" b="0" dirty="0">
                <a:solidFill>
                  <a:srgbClr val="CE9178"/>
                </a:solidFill>
                <a:effectLst/>
                <a:latin typeface="Consolas" panose="020B0609020204030204" pitchFamily="49" charset="0"/>
              </a:rPr>
              <a:t>'A'</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cin</a:t>
            </a:r>
            <a:r>
              <a:rPr lang="en-IN" sz="1600" b="0" dirty="0">
                <a:solidFill>
                  <a:srgbClr val="DCDCAA"/>
                </a:solidFill>
                <a:effectLst/>
                <a:latin typeface="Consolas" panose="020B0609020204030204" pitchFamily="49" charset="0"/>
              </a:rPr>
              <a:t>&gt;&gt;</a:t>
            </a:r>
            <a:r>
              <a:rPr lang="en-IN" sz="1600" b="0" dirty="0">
                <a:solidFill>
                  <a:srgbClr val="9CDCFE"/>
                </a:solidFill>
                <a:effectLst/>
                <a:latin typeface="Consolas" panose="020B0609020204030204" pitchFamily="49" charset="0"/>
              </a:rPr>
              <a:t>s</a:t>
            </a:r>
            <a:r>
              <a:rPr lang="en-IN" sz="1600" b="0" dirty="0">
                <a:solidFill>
                  <a:srgbClr val="DCDCAA"/>
                </a:solidFill>
                <a:effectLst/>
                <a:latin typeface="Consolas" panose="020B0609020204030204" pitchFamily="49" charset="0"/>
              </a:rPr>
              <a:t>&gt;&gt;</a:t>
            </a:r>
            <a:r>
              <a:rPr lang="en-IN" sz="1600" b="0" dirty="0">
                <a:solidFill>
                  <a:srgbClr val="9CDCFE"/>
                </a:solidFill>
                <a:effectLst/>
                <a:latin typeface="Consolas" panose="020B0609020204030204" pitchFamily="49" charset="0"/>
              </a:rPr>
              <a:t>p</a:t>
            </a:r>
            <a:r>
              <a:rPr lang="en-IN" sz="1600" b="0" dirty="0">
                <a:solidFill>
                  <a:srgbClr val="D4D4D4"/>
                </a:solidFill>
                <a:effectLst/>
                <a:latin typeface="Consolas" panose="020B0609020204030204" pitchFamily="49" charset="0"/>
              </a:rPr>
              <a:t>;</a:t>
            </a:r>
            <a:br>
              <a:rPr lang="en-IN" sz="1600" b="0" dirty="0">
                <a:solidFill>
                  <a:srgbClr val="D4D4D4"/>
                </a:solidFill>
                <a:effectLst/>
                <a:latin typeface="Consolas" panose="020B0609020204030204" pitchFamily="49" charset="0"/>
              </a:rPr>
            </a:br>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mp</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insert</a:t>
            </a:r>
            <a:r>
              <a:rPr lang="en-IN" sz="1600" b="0" dirty="0">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make_pair</a:t>
            </a:r>
            <a:r>
              <a:rPr lang="en-IN" sz="1600" b="0" dirty="0">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lol</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make_pair</a:t>
            </a:r>
            <a:r>
              <a:rPr lang="en-IN" sz="1600" b="0" dirty="0">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make_pair</a:t>
            </a:r>
            <a:r>
              <a:rPr lang="en-IN" sz="1600" b="0" dirty="0">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s</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p</a:t>
            </a:r>
            <a:r>
              <a:rPr lang="en-IN" sz="1600" b="0" dirty="0">
                <a:solidFill>
                  <a:srgbClr val="D4D4D4"/>
                </a:solidFill>
                <a:effectLst/>
                <a:latin typeface="Consolas" panose="020B0609020204030204" pitchFamily="49" charset="0"/>
              </a:rPr>
              <a:t>),</a:t>
            </a:r>
            <a:r>
              <a:rPr lang="en-IN" sz="1600" b="0" dirty="0">
                <a:solidFill>
                  <a:srgbClr val="9CDCFE"/>
                </a:solidFill>
                <a:effectLst/>
                <a:latin typeface="Consolas" panose="020B0609020204030204" pitchFamily="49" charset="0"/>
              </a:rPr>
              <a:t>lol</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st</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insert</a:t>
            </a:r>
            <a:r>
              <a:rPr lang="en-IN" sz="1600" b="0" dirty="0">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make_pair</a:t>
            </a:r>
            <a:r>
              <a:rPr lang="en-IN" sz="1600" b="0" dirty="0">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make_pair</a:t>
            </a:r>
            <a:r>
              <a:rPr lang="en-IN" sz="1600" b="0" dirty="0">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s</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p</a:t>
            </a:r>
            <a:r>
              <a:rPr lang="en-IN" sz="1600" b="0" dirty="0">
                <a:solidFill>
                  <a:srgbClr val="D4D4D4"/>
                </a:solidFill>
                <a:effectLst/>
                <a:latin typeface="Consolas" panose="020B0609020204030204" pitchFamily="49" charset="0"/>
              </a:rPr>
              <a:t>),</a:t>
            </a:r>
            <a:r>
              <a:rPr lang="en-IN" sz="1600" b="0" dirty="0">
                <a:solidFill>
                  <a:srgbClr val="9CDCFE"/>
                </a:solidFill>
                <a:effectLst/>
                <a:latin typeface="Consolas" panose="020B0609020204030204" pitchFamily="49" charset="0"/>
              </a:rPr>
              <a:t>lol</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a:solidFill>
                  <a:srgbClr val="4EC9B0"/>
                </a:solidFill>
                <a:effectLst/>
                <a:latin typeface="Consolas" panose="020B0609020204030204" pitchFamily="49" charset="0"/>
              </a:rPr>
              <a:t>set</a:t>
            </a:r>
            <a:r>
              <a:rPr lang="en-IN" sz="1600" b="0" dirty="0">
                <a:solidFill>
                  <a:srgbClr val="D4D4D4"/>
                </a:solidFill>
                <a:effectLst/>
                <a:latin typeface="Consolas" panose="020B0609020204030204" pitchFamily="49" charset="0"/>
              </a:rPr>
              <a:t>&lt;</a:t>
            </a:r>
            <a:r>
              <a:rPr lang="en-IN" sz="1600" b="0" dirty="0">
                <a:solidFill>
                  <a:srgbClr val="4EC9B0"/>
                </a:solidFill>
                <a:effectLst/>
                <a:latin typeface="Consolas" panose="020B0609020204030204" pitchFamily="49" charset="0"/>
              </a:rPr>
              <a:t>pair</a:t>
            </a:r>
            <a:r>
              <a:rPr lang="en-IN" sz="1600" b="0" dirty="0">
                <a:solidFill>
                  <a:srgbClr val="D4D4D4"/>
                </a:solidFill>
                <a:effectLst/>
                <a:latin typeface="Consolas" panose="020B0609020204030204" pitchFamily="49" charset="0"/>
              </a:rPr>
              <a:t>&lt;</a:t>
            </a:r>
            <a:r>
              <a:rPr lang="en-IN" sz="1600" b="0" dirty="0">
                <a:solidFill>
                  <a:srgbClr val="4EC9B0"/>
                </a:solidFill>
                <a:effectLst/>
                <a:latin typeface="Consolas" panose="020B0609020204030204" pitchFamily="49" charset="0"/>
              </a:rPr>
              <a:t>pair</a:t>
            </a:r>
            <a:r>
              <a:rPr lang="en-IN" sz="1600" b="0" dirty="0">
                <a:solidFill>
                  <a:srgbClr val="D4D4D4"/>
                </a:solidFill>
                <a:effectLst/>
                <a:latin typeface="Consolas" panose="020B0609020204030204" pitchFamily="49" charset="0"/>
              </a:rPr>
              <a:t>&lt;</a:t>
            </a:r>
            <a:r>
              <a:rPr lang="en-IN" sz="1600" b="0" dirty="0" err="1">
                <a:solidFill>
                  <a:srgbClr val="569CD6"/>
                </a:solidFill>
                <a:effectLst/>
                <a:latin typeface="Consolas" panose="020B0609020204030204" pitchFamily="49" charset="0"/>
              </a:rPr>
              <a:t>long</a:t>
            </a:r>
            <a:r>
              <a:rPr lang="en-IN" sz="1600" b="0" dirty="0" err="1">
                <a:solidFill>
                  <a:srgbClr val="D4D4D4"/>
                </a:solidFill>
                <a:effectLst/>
                <a:latin typeface="Consolas" panose="020B0609020204030204" pitchFamily="49" charset="0"/>
              </a:rPr>
              <a:t>,</a:t>
            </a:r>
            <a:r>
              <a:rPr lang="en-IN" sz="1600" b="0" dirty="0" err="1">
                <a:solidFill>
                  <a:srgbClr val="569CD6"/>
                </a:solidFill>
                <a:effectLst/>
                <a:latin typeface="Consolas" panose="020B0609020204030204" pitchFamily="49" charset="0"/>
              </a:rPr>
              <a:t>long</a:t>
            </a:r>
            <a:r>
              <a:rPr lang="en-IN" sz="1600" b="0" dirty="0">
                <a:solidFill>
                  <a:srgbClr val="D4D4D4"/>
                </a:solidFill>
                <a:effectLst/>
                <a:latin typeface="Consolas" panose="020B0609020204030204" pitchFamily="49" charset="0"/>
              </a:rPr>
              <a:t>&gt;,</a:t>
            </a:r>
            <a:r>
              <a:rPr lang="en-IN" sz="1600" b="0" dirty="0">
                <a:solidFill>
                  <a:srgbClr val="4EC9B0"/>
                </a:solidFill>
                <a:effectLst/>
                <a:latin typeface="Consolas" panose="020B0609020204030204" pitchFamily="49" charset="0"/>
              </a:rPr>
              <a:t>string</a:t>
            </a:r>
            <a:r>
              <a:rPr lang="en-IN" sz="1600" b="0" dirty="0">
                <a:solidFill>
                  <a:srgbClr val="D4D4D4"/>
                </a:solidFill>
                <a:effectLst/>
                <a:latin typeface="Consolas" panose="020B0609020204030204" pitchFamily="49" charset="0"/>
              </a:rPr>
              <a:t>&gt;&gt;::</a:t>
            </a:r>
            <a:r>
              <a:rPr lang="en-IN" sz="1600" b="0" dirty="0">
                <a:solidFill>
                  <a:srgbClr val="4EC9B0"/>
                </a:solidFill>
                <a:effectLst/>
                <a:latin typeface="Consolas" panose="020B0609020204030204" pitchFamily="49" charset="0"/>
              </a:rPr>
              <a:t>iterator</a:t>
            </a:r>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itr</a:t>
            </a:r>
            <a:r>
              <a:rPr lang="en-IN" sz="1600" b="0" dirty="0">
                <a:solidFill>
                  <a:srgbClr val="D4D4D4"/>
                </a:solidFill>
                <a:effectLst/>
                <a:latin typeface="Consolas" panose="020B0609020204030204" pitchFamily="49" charset="0"/>
              </a:rPr>
              <a:t> = </a:t>
            </a:r>
            <a:r>
              <a:rPr lang="en-IN" sz="1600" b="0" dirty="0" err="1">
                <a:solidFill>
                  <a:srgbClr val="9CDCFE"/>
                </a:solidFill>
                <a:effectLst/>
                <a:latin typeface="Consolas" panose="020B0609020204030204" pitchFamily="49" charset="0"/>
              </a:rPr>
              <a:t>st</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find</a:t>
            </a:r>
            <a:r>
              <a:rPr lang="en-IN" sz="1600" b="0" dirty="0">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make_pair</a:t>
            </a:r>
            <a:r>
              <a:rPr lang="en-IN" sz="1600" b="0" dirty="0">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make_pair</a:t>
            </a:r>
            <a:r>
              <a:rPr lang="en-IN" sz="1600" b="0" dirty="0">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s</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p</a:t>
            </a:r>
            <a:r>
              <a:rPr lang="en-IN" sz="1600" b="0" dirty="0">
                <a:solidFill>
                  <a:srgbClr val="D4D4D4"/>
                </a:solidFill>
                <a:effectLst/>
                <a:latin typeface="Consolas" panose="020B0609020204030204" pitchFamily="49" charset="0"/>
              </a:rPr>
              <a:t>),</a:t>
            </a:r>
            <a:r>
              <a:rPr lang="en-IN" sz="1600" b="0" dirty="0">
                <a:solidFill>
                  <a:srgbClr val="9CDCFE"/>
                </a:solidFill>
                <a:effectLst/>
                <a:latin typeface="Consolas" panose="020B0609020204030204" pitchFamily="49" charset="0"/>
              </a:rPr>
              <a:t>lol</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a:solidFill>
                  <a:srgbClr val="C586C0"/>
                </a:solidFill>
                <a:effectLst/>
                <a:latin typeface="Consolas" panose="020B0609020204030204" pitchFamily="49" charset="0"/>
              </a:rPr>
              <a:t>if</a:t>
            </a:r>
            <a:r>
              <a:rPr lang="en-IN" sz="1600" b="0" dirty="0">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st</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rbegin</a:t>
            </a:r>
            <a:r>
              <a:rPr lang="en-IN" sz="1600" b="0" dirty="0">
                <a:solidFill>
                  <a:srgbClr val="D4D4D4"/>
                </a:solidFill>
                <a:effectLst/>
                <a:latin typeface="Consolas" panose="020B0609020204030204" pitchFamily="49" charset="0"/>
              </a:rPr>
              <a:t>())</a:t>
            </a:r>
            <a:r>
              <a:rPr lang="en-IN" sz="1600" b="0" dirty="0">
                <a:solidFill>
                  <a:srgbClr val="DCDCAA"/>
                </a:solidFill>
                <a:effectLst/>
                <a:latin typeface="Consolas" panose="020B0609020204030204" pitchFamily="49" charset="0"/>
              </a:rPr>
              <a:t>-&gt;</a:t>
            </a:r>
            <a:r>
              <a:rPr lang="en-IN" sz="1600" b="0" dirty="0">
                <a:solidFill>
                  <a:srgbClr val="9CDCFE"/>
                </a:solidFill>
                <a:effectLst/>
                <a:latin typeface="Consolas" panose="020B0609020204030204" pitchFamily="49" charset="0"/>
              </a:rPr>
              <a:t>second</a:t>
            </a:r>
            <a:r>
              <a:rPr lang="en-IN" sz="1600" b="0" dirty="0">
                <a:solidFill>
                  <a:srgbClr val="D4D4D4"/>
                </a:solidFill>
                <a:effectLst/>
                <a:latin typeface="Consolas" panose="020B0609020204030204" pitchFamily="49" charset="0"/>
              </a:rPr>
              <a:t> </a:t>
            </a:r>
            <a:r>
              <a:rPr lang="en-IN" sz="1600" b="0" dirty="0">
                <a:solidFill>
                  <a:srgbClr val="DCDCAA"/>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lol</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a:solidFill>
                  <a:srgbClr val="C586C0"/>
                </a:solidFill>
                <a:effectLst/>
                <a:latin typeface="Consolas" panose="020B0609020204030204" pitchFamily="49" charset="0"/>
              </a:rPr>
              <a:t>if</a:t>
            </a:r>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st</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size</a:t>
            </a:r>
            <a:r>
              <a:rPr lang="en-IN" sz="1600" b="0" dirty="0">
                <a:solidFill>
                  <a:srgbClr val="D4D4D4"/>
                </a:solidFill>
                <a:effectLst/>
                <a:latin typeface="Consolas" panose="020B0609020204030204" pitchFamily="49" charset="0"/>
              </a:rPr>
              <a:t>()&gt;</a:t>
            </a:r>
            <a:r>
              <a:rPr lang="en-IN" sz="1600" b="0" dirty="0">
                <a:solidFill>
                  <a:srgbClr val="B5CEA8"/>
                </a:solidFill>
                <a:effectLst/>
                <a:latin typeface="Consolas" panose="020B0609020204030204" pitchFamily="49" charset="0"/>
              </a:rPr>
              <a:t>1</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itr</a:t>
            </a:r>
            <a:r>
              <a:rPr lang="en-IN" sz="1600" b="0" dirty="0">
                <a:solidFill>
                  <a:srgbClr val="DCDCAA"/>
                </a:solidFill>
                <a:effectLst/>
                <a:latin typeface="Consolas" panose="020B0609020204030204" pitchFamily="49" charset="0"/>
              </a:rPr>
              <a:t>--</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damn</a:t>
            </a:r>
            <a:r>
              <a:rPr lang="en-IN" sz="1600" b="0" dirty="0">
                <a:solidFill>
                  <a:srgbClr val="D4D4D4"/>
                </a:solidFill>
                <a:effectLst/>
                <a:latin typeface="Consolas" panose="020B0609020204030204" pitchFamily="49" charset="0"/>
              </a:rPr>
              <a:t> = </a:t>
            </a:r>
            <a:r>
              <a:rPr lang="en-IN" sz="1600" b="0" dirty="0">
                <a:solidFill>
                  <a:srgbClr val="9CDCFE"/>
                </a:solidFill>
                <a:effectLst/>
                <a:latin typeface="Consolas" panose="020B0609020204030204" pitchFamily="49" charset="0"/>
              </a:rPr>
              <a:t>damn</a:t>
            </a:r>
            <a:r>
              <a:rPr lang="en-IN" sz="1600" b="0" dirty="0">
                <a:solidFill>
                  <a:srgbClr val="D4D4D4"/>
                </a:solidFill>
                <a:effectLst/>
                <a:latin typeface="Consolas" panose="020B0609020204030204" pitchFamily="49" charset="0"/>
              </a:rPr>
              <a:t> + </a:t>
            </a:r>
            <a:r>
              <a:rPr lang="en-IN" sz="1600" b="0" dirty="0">
                <a:solidFill>
                  <a:srgbClr val="9CDCFE"/>
                </a:solidFill>
                <a:effectLst/>
                <a:latin typeface="Consolas" panose="020B0609020204030204" pitchFamily="49" charset="0"/>
              </a:rPr>
              <a:t>p</a:t>
            </a:r>
            <a:r>
              <a:rPr lang="en-IN" sz="1600" b="0" dirty="0">
                <a:solidFill>
                  <a:srgbClr val="D4D4D4"/>
                </a:solidFill>
                <a:effectLst/>
                <a:latin typeface="Consolas" panose="020B0609020204030204" pitchFamily="49" charset="0"/>
              </a:rPr>
              <a:t> * </a:t>
            </a:r>
            <a:r>
              <a:rPr lang="en-IN" sz="1600" b="0" dirty="0" err="1">
                <a:solidFill>
                  <a:srgbClr val="9CDCFE"/>
                </a:solidFill>
                <a:effectLst/>
                <a:latin typeface="Consolas" panose="020B0609020204030204" pitchFamily="49" charset="0"/>
              </a:rPr>
              <a:t>itr</a:t>
            </a:r>
            <a:r>
              <a:rPr lang="en-IN" sz="1600" b="0" dirty="0">
                <a:solidFill>
                  <a:srgbClr val="DCDCAA"/>
                </a:solidFill>
                <a:effectLst/>
                <a:latin typeface="Consolas" panose="020B0609020204030204" pitchFamily="49" charset="0"/>
              </a:rPr>
              <a:t>-&gt;</a:t>
            </a:r>
            <a:r>
              <a:rPr lang="en-IN" sz="1600" b="0" dirty="0" err="1">
                <a:solidFill>
                  <a:srgbClr val="9CDCFE"/>
                </a:solidFill>
                <a:effectLst/>
                <a:latin typeface="Consolas" panose="020B0609020204030204" pitchFamily="49" charset="0"/>
              </a:rPr>
              <a:t>first</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second</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a:solidFill>
                  <a:srgbClr val="C586C0"/>
                </a:solidFill>
                <a:effectLst/>
                <a:latin typeface="Consolas" panose="020B0609020204030204" pitchFamily="49" charset="0"/>
              </a:rPr>
              <a:t>else</a:t>
            </a:r>
            <a:r>
              <a:rPr lang="en-IN" sz="1600" b="0" dirty="0">
                <a:solidFill>
                  <a:srgbClr val="D4D4D4"/>
                </a:solidFill>
                <a:effectLst/>
                <a:latin typeface="Consolas" panose="020B0609020204030204" pitchFamily="49" charset="0"/>
              </a:rPr>
              <a:t> </a:t>
            </a:r>
            <a:r>
              <a:rPr lang="en-IN" sz="1600" b="0" dirty="0">
                <a:solidFill>
                  <a:srgbClr val="C586C0"/>
                </a:solidFill>
                <a:effectLst/>
                <a:latin typeface="Consolas" panose="020B0609020204030204" pitchFamily="49" charset="0"/>
              </a:rPr>
              <a:t>if</a:t>
            </a:r>
            <a:r>
              <a:rPr lang="en-IN" sz="1600" b="0" dirty="0">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st</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begin</a:t>
            </a:r>
            <a:r>
              <a:rPr lang="en-IN" sz="1600" b="0" dirty="0">
                <a:solidFill>
                  <a:srgbClr val="D4D4D4"/>
                </a:solidFill>
                <a:effectLst/>
                <a:latin typeface="Consolas" panose="020B0609020204030204" pitchFamily="49" charset="0"/>
              </a:rPr>
              <a:t>())</a:t>
            </a:r>
            <a:r>
              <a:rPr lang="en-IN" sz="1600" b="0" dirty="0">
                <a:solidFill>
                  <a:srgbClr val="DCDCAA"/>
                </a:solidFill>
                <a:effectLst/>
                <a:latin typeface="Consolas" panose="020B0609020204030204" pitchFamily="49" charset="0"/>
              </a:rPr>
              <a:t>-&gt;</a:t>
            </a:r>
            <a:r>
              <a:rPr lang="en-IN" sz="1600" b="0" dirty="0">
                <a:solidFill>
                  <a:srgbClr val="9CDCFE"/>
                </a:solidFill>
                <a:effectLst/>
                <a:latin typeface="Consolas" panose="020B0609020204030204" pitchFamily="49" charset="0"/>
              </a:rPr>
              <a:t>second</a:t>
            </a:r>
            <a:r>
              <a:rPr lang="en-IN" sz="1600" b="0" dirty="0">
                <a:solidFill>
                  <a:srgbClr val="D4D4D4"/>
                </a:solidFill>
                <a:effectLst/>
                <a:latin typeface="Consolas" panose="020B0609020204030204" pitchFamily="49" charset="0"/>
              </a:rPr>
              <a:t> </a:t>
            </a:r>
            <a:r>
              <a:rPr lang="en-IN" sz="1600" b="0" dirty="0">
                <a:solidFill>
                  <a:srgbClr val="DCDCAA"/>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lol</a:t>
            </a:r>
            <a:r>
              <a:rPr lang="en-IN" sz="1600" b="0" dirty="0">
                <a:solidFill>
                  <a:srgbClr val="D4D4D4"/>
                </a:solidFill>
                <a:effectLst/>
                <a:latin typeface="Consolas" panose="020B0609020204030204" pitchFamily="49" charset="0"/>
              </a:rPr>
              <a:t> ){</a:t>
            </a:r>
          </a:p>
          <a:p>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itr</a:t>
            </a:r>
            <a:r>
              <a:rPr lang="en-IN" sz="1600" b="0" dirty="0">
                <a:solidFill>
                  <a:srgbClr val="DCDCAA"/>
                </a:solidFill>
                <a:effectLst/>
                <a:latin typeface="Consolas" panose="020B0609020204030204" pitchFamily="49" charset="0"/>
              </a:rPr>
              <a:t>++</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damn</a:t>
            </a:r>
            <a:r>
              <a:rPr lang="en-IN" sz="1600" b="0" dirty="0">
                <a:solidFill>
                  <a:srgbClr val="D4D4D4"/>
                </a:solidFill>
                <a:effectLst/>
                <a:latin typeface="Consolas" panose="020B0609020204030204" pitchFamily="49" charset="0"/>
              </a:rPr>
              <a:t> = </a:t>
            </a:r>
            <a:r>
              <a:rPr lang="en-IN" sz="1600" b="0" dirty="0">
                <a:solidFill>
                  <a:srgbClr val="9CDCFE"/>
                </a:solidFill>
                <a:effectLst/>
                <a:latin typeface="Consolas" panose="020B0609020204030204" pitchFamily="49" charset="0"/>
              </a:rPr>
              <a:t>damn</a:t>
            </a:r>
            <a:r>
              <a:rPr lang="en-IN" sz="1600" b="0" dirty="0">
                <a:solidFill>
                  <a:srgbClr val="D4D4D4"/>
                </a:solidFill>
                <a:effectLst/>
                <a:latin typeface="Consolas" panose="020B0609020204030204" pitchFamily="49" charset="0"/>
              </a:rPr>
              <a:t> + </a:t>
            </a:r>
            <a:r>
              <a:rPr lang="en-IN" sz="1600" b="0" dirty="0" err="1">
                <a:solidFill>
                  <a:srgbClr val="9CDCFE"/>
                </a:solidFill>
                <a:effectLst/>
                <a:latin typeface="Consolas" panose="020B0609020204030204" pitchFamily="49" charset="0"/>
              </a:rPr>
              <a:t>itr</a:t>
            </a:r>
            <a:r>
              <a:rPr lang="en-IN" sz="1600" b="0" dirty="0">
                <a:solidFill>
                  <a:srgbClr val="DCDCAA"/>
                </a:solidFill>
                <a:effectLst/>
                <a:latin typeface="Consolas" panose="020B0609020204030204" pitchFamily="49" charset="0"/>
              </a:rPr>
              <a:t>-&gt;</a:t>
            </a:r>
            <a:r>
              <a:rPr lang="en-IN" sz="1600" b="0" dirty="0" err="1">
                <a:solidFill>
                  <a:srgbClr val="9CDCFE"/>
                </a:solidFill>
                <a:effectLst/>
                <a:latin typeface="Consolas" panose="020B0609020204030204" pitchFamily="49" charset="0"/>
              </a:rPr>
              <a:t>first</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second</a:t>
            </a:r>
            <a:r>
              <a:rPr lang="en-IN" sz="1600" b="0" dirty="0">
                <a:solidFill>
                  <a:srgbClr val="D4D4D4"/>
                </a:solidFill>
                <a:effectLst/>
                <a:latin typeface="Consolas" panose="020B0609020204030204" pitchFamily="49" charset="0"/>
              </a:rPr>
              <a:t> * </a:t>
            </a:r>
            <a:r>
              <a:rPr lang="en-IN" sz="1600" b="0" dirty="0">
                <a:solidFill>
                  <a:srgbClr val="9CDCFE"/>
                </a:solidFill>
                <a:effectLst/>
                <a:latin typeface="Consolas" panose="020B0609020204030204" pitchFamily="49" charset="0"/>
              </a:rPr>
              <a:t>p</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a:solidFill>
                  <a:srgbClr val="C586C0"/>
                </a:solidFill>
                <a:effectLst/>
                <a:latin typeface="Consolas" panose="020B0609020204030204" pitchFamily="49" charset="0"/>
              </a:rPr>
              <a:t>else</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itr</a:t>
            </a:r>
            <a:r>
              <a:rPr lang="en-IN" sz="1600" b="0" dirty="0">
                <a:solidFill>
                  <a:srgbClr val="DCDCAA"/>
                </a:solidFill>
                <a:effectLst/>
                <a:latin typeface="Consolas" panose="020B0609020204030204" pitchFamily="49" charset="0"/>
              </a:rPr>
              <a:t>++</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a:solidFill>
                  <a:srgbClr val="569CD6"/>
                </a:solidFill>
                <a:effectLst/>
                <a:latin typeface="Consolas" panose="020B0609020204030204" pitchFamily="49" charset="0"/>
              </a:rPr>
              <a:t>long</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next</a:t>
            </a:r>
            <a:r>
              <a:rPr lang="en-IN" sz="1600" b="0" dirty="0">
                <a:solidFill>
                  <a:srgbClr val="D4D4D4"/>
                </a:solidFill>
                <a:effectLst/>
                <a:latin typeface="Consolas" panose="020B0609020204030204" pitchFamily="49" charset="0"/>
              </a:rPr>
              <a:t> = </a:t>
            </a:r>
            <a:r>
              <a:rPr lang="en-IN" sz="1600" b="0" dirty="0" err="1">
                <a:solidFill>
                  <a:srgbClr val="9CDCFE"/>
                </a:solidFill>
                <a:effectLst/>
                <a:latin typeface="Consolas" panose="020B0609020204030204" pitchFamily="49" charset="0"/>
              </a:rPr>
              <a:t>itr</a:t>
            </a:r>
            <a:r>
              <a:rPr lang="en-IN" sz="1600" b="0" dirty="0">
                <a:solidFill>
                  <a:srgbClr val="DCDCAA"/>
                </a:solidFill>
                <a:effectLst/>
                <a:latin typeface="Consolas" panose="020B0609020204030204" pitchFamily="49" charset="0"/>
              </a:rPr>
              <a:t>-&gt;</a:t>
            </a:r>
            <a:r>
              <a:rPr lang="en-IN" sz="1600" b="0" dirty="0" err="1">
                <a:solidFill>
                  <a:srgbClr val="9CDCFE"/>
                </a:solidFill>
                <a:effectLst/>
                <a:latin typeface="Consolas" panose="020B0609020204030204" pitchFamily="49" charset="0"/>
              </a:rPr>
              <a:t>first</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second</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itr</a:t>
            </a:r>
            <a:r>
              <a:rPr lang="en-IN" sz="1600" b="0" dirty="0">
                <a:solidFill>
                  <a:srgbClr val="DCDCAA"/>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itr</a:t>
            </a:r>
            <a:r>
              <a:rPr lang="en-IN" sz="1600" b="0" dirty="0">
                <a:solidFill>
                  <a:srgbClr val="DCDCAA"/>
                </a:solidFill>
                <a:effectLst/>
                <a:latin typeface="Consolas" panose="020B0609020204030204" pitchFamily="49" charset="0"/>
              </a:rPr>
              <a:t>--</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a:solidFill>
                  <a:srgbClr val="569CD6"/>
                </a:solidFill>
                <a:effectLst/>
                <a:latin typeface="Consolas" panose="020B0609020204030204" pitchFamily="49" charset="0"/>
              </a:rPr>
              <a:t>long</a:t>
            </a:r>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prev</a:t>
            </a:r>
            <a:r>
              <a:rPr lang="en-IN" sz="1600" b="0" dirty="0">
                <a:solidFill>
                  <a:srgbClr val="D4D4D4"/>
                </a:solidFill>
                <a:effectLst/>
                <a:latin typeface="Consolas" panose="020B0609020204030204" pitchFamily="49" charset="0"/>
              </a:rPr>
              <a:t> = </a:t>
            </a:r>
            <a:r>
              <a:rPr lang="en-IN" sz="1600" b="0" dirty="0" err="1">
                <a:solidFill>
                  <a:srgbClr val="9CDCFE"/>
                </a:solidFill>
                <a:effectLst/>
                <a:latin typeface="Consolas" panose="020B0609020204030204" pitchFamily="49" charset="0"/>
              </a:rPr>
              <a:t>itr</a:t>
            </a:r>
            <a:r>
              <a:rPr lang="en-IN" sz="1600" b="0" dirty="0">
                <a:solidFill>
                  <a:srgbClr val="DCDCAA"/>
                </a:solidFill>
                <a:effectLst/>
                <a:latin typeface="Consolas" panose="020B0609020204030204" pitchFamily="49" charset="0"/>
              </a:rPr>
              <a:t>-&gt;</a:t>
            </a:r>
            <a:r>
              <a:rPr lang="en-IN" sz="1600" b="0" dirty="0" err="1">
                <a:solidFill>
                  <a:srgbClr val="9CDCFE"/>
                </a:solidFill>
                <a:effectLst/>
                <a:latin typeface="Consolas" panose="020B0609020204030204" pitchFamily="49" charset="0"/>
              </a:rPr>
              <a:t>first</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second</a:t>
            </a:r>
            <a:r>
              <a:rPr lang="en-IN" sz="1600" b="0" dirty="0">
                <a:solidFill>
                  <a:srgbClr val="D4D4D4"/>
                </a:solidFill>
                <a:effectLst/>
                <a:latin typeface="Consolas" panose="020B0609020204030204" pitchFamily="49" charset="0"/>
              </a:rPr>
              <a:t>;</a:t>
            </a:r>
            <a:br>
              <a:rPr lang="en-IN" sz="1600" b="0" dirty="0">
                <a:solidFill>
                  <a:srgbClr val="D4D4D4"/>
                </a:solidFill>
                <a:effectLst/>
                <a:latin typeface="Consolas" panose="020B0609020204030204" pitchFamily="49" charset="0"/>
              </a:rPr>
            </a:b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damn</a:t>
            </a:r>
            <a:r>
              <a:rPr lang="en-IN" sz="1600" b="0" dirty="0">
                <a:solidFill>
                  <a:srgbClr val="D4D4D4"/>
                </a:solidFill>
                <a:effectLst/>
                <a:latin typeface="Consolas" panose="020B0609020204030204" pitchFamily="49" charset="0"/>
              </a:rPr>
              <a:t> =  </a:t>
            </a:r>
            <a:r>
              <a:rPr lang="en-IN" sz="1600" b="0" dirty="0">
                <a:solidFill>
                  <a:srgbClr val="9CDCFE"/>
                </a:solidFill>
                <a:effectLst/>
                <a:latin typeface="Consolas" panose="020B0609020204030204" pitchFamily="49" charset="0"/>
              </a:rPr>
              <a:t>damn</a:t>
            </a:r>
            <a:r>
              <a:rPr lang="en-IN" sz="1600" b="0" dirty="0">
                <a:solidFill>
                  <a:srgbClr val="D4D4D4"/>
                </a:solidFill>
                <a:effectLst/>
                <a:latin typeface="Consolas" panose="020B0609020204030204" pitchFamily="49" charset="0"/>
              </a:rPr>
              <a:t> - </a:t>
            </a:r>
            <a:r>
              <a:rPr lang="en-IN" sz="1600" b="0" dirty="0">
                <a:solidFill>
                  <a:srgbClr val="9CDCFE"/>
                </a:solidFill>
                <a:effectLst/>
                <a:latin typeface="Consolas" panose="020B0609020204030204" pitchFamily="49" charset="0"/>
              </a:rPr>
              <a:t>next</a:t>
            </a:r>
            <a:r>
              <a:rPr lang="en-IN" sz="1600" b="0" dirty="0">
                <a:solidFill>
                  <a:srgbClr val="D4D4D4"/>
                </a:solidFill>
                <a:effectLst/>
                <a:latin typeface="Consolas" panose="020B0609020204030204" pitchFamily="49" charset="0"/>
              </a:rPr>
              <a:t> * </a:t>
            </a:r>
            <a:r>
              <a:rPr lang="en-IN" sz="1600" b="0" dirty="0" err="1">
                <a:solidFill>
                  <a:srgbClr val="9CDCFE"/>
                </a:solidFill>
                <a:effectLst/>
                <a:latin typeface="Consolas" panose="020B0609020204030204" pitchFamily="49" charset="0"/>
              </a:rPr>
              <a:t>prev</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damn</a:t>
            </a:r>
            <a:r>
              <a:rPr lang="en-IN" sz="1600" b="0" dirty="0">
                <a:solidFill>
                  <a:srgbClr val="D4D4D4"/>
                </a:solidFill>
                <a:effectLst/>
                <a:latin typeface="Consolas" panose="020B0609020204030204" pitchFamily="49" charset="0"/>
              </a:rPr>
              <a:t> = </a:t>
            </a:r>
            <a:r>
              <a:rPr lang="en-IN" sz="1600" b="0" dirty="0">
                <a:solidFill>
                  <a:srgbClr val="9CDCFE"/>
                </a:solidFill>
                <a:effectLst/>
                <a:latin typeface="Consolas" panose="020B0609020204030204" pitchFamily="49" charset="0"/>
              </a:rPr>
              <a:t>damn</a:t>
            </a:r>
            <a:r>
              <a:rPr lang="en-IN" sz="1600" b="0" dirty="0">
                <a:solidFill>
                  <a:srgbClr val="D4D4D4"/>
                </a:solidFill>
                <a:effectLst/>
                <a:latin typeface="Consolas" panose="020B0609020204030204" pitchFamily="49" charset="0"/>
              </a:rPr>
              <a:t> + </a:t>
            </a:r>
            <a:r>
              <a:rPr lang="en-IN" sz="1600" b="0" dirty="0">
                <a:solidFill>
                  <a:srgbClr val="9CDCFE"/>
                </a:solidFill>
                <a:effectLst/>
                <a:latin typeface="Consolas" panose="020B0609020204030204" pitchFamily="49" charset="0"/>
              </a:rPr>
              <a:t>p</a:t>
            </a:r>
            <a:r>
              <a:rPr lang="en-IN" sz="1600" b="0" dirty="0">
                <a:solidFill>
                  <a:srgbClr val="D4D4D4"/>
                </a:solidFill>
                <a:effectLst/>
                <a:latin typeface="Consolas" panose="020B0609020204030204" pitchFamily="49" charset="0"/>
              </a:rPr>
              <a:t> * </a:t>
            </a:r>
            <a:r>
              <a:rPr lang="en-IN" sz="1600" b="0" dirty="0">
                <a:solidFill>
                  <a:srgbClr val="9CDCFE"/>
                </a:solidFill>
                <a:effectLst/>
                <a:latin typeface="Consolas" panose="020B0609020204030204" pitchFamily="49" charset="0"/>
              </a:rPr>
              <a:t>next</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damn</a:t>
            </a:r>
            <a:r>
              <a:rPr lang="en-IN" sz="1600" b="0" dirty="0">
                <a:solidFill>
                  <a:srgbClr val="D4D4D4"/>
                </a:solidFill>
                <a:effectLst/>
                <a:latin typeface="Consolas" panose="020B0609020204030204" pitchFamily="49" charset="0"/>
              </a:rPr>
              <a:t> = </a:t>
            </a:r>
            <a:r>
              <a:rPr lang="en-IN" sz="1600" b="0" dirty="0">
                <a:solidFill>
                  <a:srgbClr val="9CDCFE"/>
                </a:solidFill>
                <a:effectLst/>
                <a:latin typeface="Consolas" panose="020B0609020204030204" pitchFamily="49" charset="0"/>
              </a:rPr>
              <a:t>damn</a:t>
            </a:r>
            <a:r>
              <a:rPr lang="en-IN" sz="1600" b="0" dirty="0">
                <a:solidFill>
                  <a:srgbClr val="D4D4D4"/>
                </a:solidFill>
                <a:effectLst/>
                <a:latin typeface="Consolas" panose="020B0609020204030204" pitchFamily="49" charset="0"/>
              </a:rPr>
              <a:t> + </a:t>
            </a:r>
            <a:r>
              <a:rPr lang="en-IN" sz="1600" b="0" dirty="0">
                <a:solidFill>
                  <a:srgbClr val="9CDCFE"/>
                </a:solidFill>
                <a:effectLst/>
                <a:latin typeface="Consolas" panose="020B0609020204030204" pitchFamily="49" charset="0"/>
              </a:rPr>
              <a:t>p</a:t>
            </a:r>
            <a:r>
              <a:rPr lang="en-IN" sz="1600" b="0" dirty="0">
                <a:solidFill>
                  <a:srgbClr val="D4D4D4"/>
                </a:solidFill>
                <a:effectLst/>
                <a:latin typeface="Consolas" panose="020B0609020204030204" pitchFamily="49" charset="0"/>
              </a:rPr>
              <a:t> * </a:t>
            </a:r>
            <a:r>
              <a:rPr lang="en-IN" sz="1600" b="0" dirty="0" err="1">
                <a:solidFill>
                  <a:srgbClr val="9CDCFE"/>
                </a:solidFill>
                <a:effectLst/>
                <a:latin typeface="Consolas" panose="020B0609020204030204" pitchFamily="49" charset="0"/>
              </a:rPr>
              <a:t>prev</a:t>
            </a:r>
            <a:r>
              <a:rPr lang="en-IN" sz="1600" b="0" dirty="0">
                <a:solidFill>
                  <a:srgbClr val="D4D4D4"/>
                </a:solidFill>
                <a:effectLst/>
                <a:latin typeface="Consolas" panose="020B0609020204030204" pitchFamily="49" charset="0"/>
              </a:rPr>
              <a:t>; }}</a:t>
            </a:r>
          </a:p>
          <a:p>
            <a:r>
              <a:rPr lang="en-IN" sz="1600" b="0" dirty="0" err="1">
                <a:solidFill>
                  <a:srgbClr val="9CDCFE"/>
                </a:solidFill>
                <a:effectLst/>
                <a:latin typeface="Consolas" panose="020B0609020204030204" pitchFamily="49" charset="0"/>
              </a:rPr>
              <a:t>cout</a:t>
            </a:r>
            <a:r>
              <a:rPr lang="en-IN" sz="1600" b="0" dirty="0">
                <a:solidFill>
                  <a:srgbClr val="DCDCAA"/>
                </a:solidFill>
                <a:effectLst/>
                <a:latin typeface="Consolas" panose="020B0609020204030204" pitchFamily="49" charset="0"/>
              </a:rPr>
              <a:t>&lt;&lt;</a:t>
            </a:r>
            <a:r>
              <a:rPr lang="en-IN" sz="1600" b="0" dirty="0">
                <a:solidFill>
                  <a:srgbClr val="9CDCFE"/>
                </a:solidFill>
                <a:effectLst/>
                <a:latin typeface="Consolas" panose="020B0609020204030204" pitchFamily="49" charset="0"/>
              </a:rPr>
              <a:t>damn</a:t>
            </a:r>
            <a:r>
              <a:rPr lang="en-IN" sz="1600" b="0" dirty="0">
                <a:solidFill>
                  <a:srgbClr val="DCDCAA"/>
                </a:solidFill>
                <a:effectLst/>
                <a:latin typeface="Consolas" panose="020B0609020204030204" pitchFamily="49" charset="0"/>
              </a:rPr>
              <a:t>&lt;&lt;</a:t>
            </a:r>
            <a:r>
              <a:rPr lang="en-IN" sz="1600" b="0" dirty="0" err="1">
                <a:solidFill>
                  <a:srgbClr val="DCDCAA"/>
                </a:solidFill>
                <a:effectLst/>
                <a:latin typeface="Consolas" panose="020B0609020204030204" pitchFamily="49" charset="0"/>
              </a:rPr>
              <a:t>endl</a:t>
            </a:r>
            <a:r>
              <a:rPr lang="en-IN" sz="1600" b="0" dirty="0">
                <a:solidFill>
                  <a:srgbClr val="D4D4D4"/>
                </a:solidFill>
                <a:effectLst/>
                <a:latin typeface="Consolas" panose="020B0609020204030204" pitchFamily="49" charset="0"/>
              </a:rPr>
              <a:t>;</a:t>
            </a:r>
          </a:p>
        </p:txBody>
      </p:sp>
      <p:sp>
        <p:nvSpPr>
          <p:cNvPr id="6" name="TextBox 5">
            <a:extLst>
              <a:ext uri="{FF2B5EF4-FFF2-40B4-BE49-F238E27FC236}">
                <a16:creationId xmlns:a16="http://schemas.microsoft.com/office/drawing/2014/main" id="{DA8F669D-B221-425A-A12D-8C03FAE2EDE2}"/>
              </a:ext>
            </a:extLst>
          </p:cNvPr>
          <p:cNvSpPr txBox="1"/>
          <p:nvPr/>
        </p:nvSpPr>
        <p:spPr>
          <a:xfrm>
            <a:off x="8221210" y="3326829"/>
            <a:ext cx="2768368" cy="523220"/>
          </a:xfrm>
          <a:prstGeom prst="rect">
            <a:avLst/>
          </a:prstGeom>
          <a:noFill/>
        </p:spPr>
        <p:txBody>
          <a:bodyPr wrap="square">
            <a:spAutoFit/>
          </a:bodyPr>
          <a:lstStyle/>
          <a:p>
            <a:pPr algn="ctr"/>
            <a:r>
              <a:rPr lang="en-IN" sz="2800" dirty="0">
                <a:solidFill>
                  <a:schemeClr val="accent1"/>
                </a:solidFill>
              </a:rPr>
              <a:t>Input - Output</a:t>
            </a:r>
            <a:endParaRPr lang="en-IN" sz="2800" dirty="0"/>
          </a:p>
        </p:txBody>
      </p:sp>
      <p:sp>
        <p:nvSpPr>
          <p:cNvPr id="8" name="TextBox 7">
            <a:extLst>
              <a:ext uri="{FF2B5EF4-FFF2-40B4-BE49-F238E27FC236}">
                <a16:creationId xmlns:a16="http://schemas.microsoft.com/office/drawing/2014/main" id="{AA43837A-7589-4204-91E7-41AFAFCB09B2}"/>
              </a:ext>
            </a:extLst>
          </p:cNvPr>
          <p:cNvSpPr txBox="1"/>
          <p:nvPr/>
        </p:nvSpPr>
        <p:spPr>
          <a:xfrm>
            <a:off x="8498046" y="3615581"/>
            <a:ext cx="1585518" cy="1846659"/>
          </a:xfrm>
          <a:prstGeom prst="rect">
            <a:avLst/>
          </a:prstGeom>
          <a:noFill/>
        </p:spPr>
        <p:txBody>
          <a:bodyPr wrap="square" rtlCol="0">
            <a:spAutoFit/>
          </a:bodyPr>
          <a:lstStyle/>
          <a:p>
            <a:endParaRPr lang="en-IN" sz="1600" dirty="0">
              <a:solidFill>
                <a:schemeClr val="bg1"/>
              </a:solidFill>
            </a:endParaRPr>
          </a:p>
          <a:p>
            <a:r>
              <a:rPr lang="pt-BR" sz="1600" dirty="0">
                <a:solidFill>
                  <a:schemeClr val="bg1"/>
                </a:solidFill>
              </a:rPr>
              <a:t>5</a:t>
            </a:r>
          </a:p>
          <a:p>
            <a:r>
              <a:rPr lang="pt-BR" sz="1600" dirty="0">
                <a:solidFill>
                  <a:schemeClr val="bg1"/>
                </a:solidFill>
              </a:rPr>
              <a:t>A Dancer 5 2</a:t>
            </a:r>
          </a:p>
          <a:p>
            <a:r>
              <a:rPr lang="pt-BR" sz="1600" dirty="0">
                <a:solidFill>
                  <a:schemeClr val="bg1"/>
                </a:solidFill>
              </a:rPr>
              <a:t>A Prancer 3 8</a:t>
            </a:r>
          </a:p>
          <a:p>
            <a:r>
              <a:rPr lang="pt-BR" sz="1600" dirty="0">
                <a:solidFill>
                  <a:schemeClr val="bg1"/>
                </a:solidFill>
              </a:rPr>
              <a:t>A Vixen 10 9</a:t>
            </a:r>
          </a:p>
          <a:p>
            <a:r>
              <a:rPr lang="pt-BR" sz="1600" dirty="0">
                <a:solidFill>
                  <a:schemeClr val="bg1"/>
                </a:solidFill>
              </a:rPr>
              <a:t>R Dancer</a:t>
            </a:r>
          </a:p>
          <a:p>
            <a:r>
              <a:rPr lang="pt-BR" sz="1600" dirty="0">
                <a:solidFill>
                  <a:schemeClr val="bg1"/>
                </a:solidFill>
              </a:rPr>
              <a:t>A Rudolph 3 1</a:t>
            </a:r>
            <a:endParaRPr lang="en-IN" sz="1600" dirty="0">
              <a:solidFill>
                <a:schemeClr val="bg1"/>
              </a:solidFill>
            </a:endParaRPr>
          </a:p>
        </p:txBody>
      </p:sp>
      <p:sp>
        <p:nvSpPr>
          <p:cNvPr id="10" name="TextBox 9">
            <a:extLst>
              <a:ext uri="{FF2B5EF4-FFF2-40B4-BE49-F238E27FC236}">
                <a16:creationId xmlns:a16="http://schemas.microsoft.com/office/drawing/2014/main" id="{A2310685-477B-472B-B0DF-6681CD003257}"/>
              </a:ext>
            </a:extLst>
          </p:cNvPr>
          <p:cNvSpPr txBox="1"/>
          <p:nvPr/>
        </p:nvSpPr>
        <p:spPr>
          <a:xfrm>
            <a:off x="10326844" y="4073828"/>
            <a:ext cx="377026" cy="1323439"/>
          </a:xfrm>
          <a:prstGeom prst="rect">
            <a:avLst/>
          </a:prstGeom>
          <a:noFill/>
        </p:spPr>
        <p:txBody>
          <a:bodyPr wrap="none" rtlCol="0">
            <a:spAutoFit/>
          </a:bodyPr>
          <a:lstStyle/>
          <a:p>
            <a:r>
              <a:rPr lang="en-IN" sz="1600" dirty="0">
                <a:solidFill>
                  <a:schemeClr val="bg1"/>
                </a:solidFill>
              </a:rPr>
              <a:t>0</a:t>
            </a:r>
          </a:p>
          <a:p>
            <a:r>
              <a:rPr lang="en-IN" sz="1600" dirty="0">
                <a:solidFill>
                  <a:schemeClr val="bg1"/>
                </a:solidFill>
              </a:rPr>
              <a:t>16</a:t>
            </a:r>
          </a:p>
          <a:p>
            <a:r>
              <a:rPr lang="en-IN" sz="1600" dirty="0">
                <a:solidFill>
                  <a:schemeClr val="bg1"/>
                </a:solidFill>
              </a:rPr>
              <a:t>34</a:t>
            </a:r>
          </a:p>
          <a:p>
            <a:r>
              <a:rPr lang="en-IN" sz="1600" dirty="0">
                <a:solidFill>
                  <a:schemeClr val="bg1"/>
                </a:solidFill>
              </a:rPr>
              <a:t>72</a:t>
            </a:r>
          </a:p>
          <a:p>
            <a:r>
              <a:rPr lang="en-IN" sz="1600" dirty="0">
                <a:solidFill>
                  <a:schemeClr val="bg1"/>
                </a:solidFill>
              </a:rPr>
              <a:t>80</a:t>
            </a:r>
          </a:p>
        </p:txBody>
      </p:sp>
      <p:sp>
        <p:nvSpPr>
          <p:cNvPr id="11" name="TextBox 10">
            <a:extLst>
              <a:ext uri="{FF2B5EF4-FFF2-40B4-BE49-F238E27FC236}">
                <a16:creationId xmlns:a16="http://schemas.microsoft.com/office/drawing/2014/main" id="{EB496346-8417-4577-9186-17B626069EA0}"/>
              </a:ext>
            </a:extLst>
          </p:cNvPr>
          <p:cNvSpPr txBox="1"/>
          <p:nvPr/>
        </p:nvSpPr>
        <p:spPr>
          <a:xfrm>
            <a:off x="2961315" y="578840"/>
            <a:ext cx="6501468" cy="584775"/>
          </a:xfrm>
          <a:prstGeom prst="rect">
            <a:avLst/>
          </a:prstGeom>
          <a:noFill/>
        </p:spPr>
        <p:txBody>
          <a:bodyPr wrap="square" rtlCol="0">
            <a:spAutoFit/>
          </a:bodyPr>
          <a:lstStyle/>
          <a:p>
            <a:r>
              <a:rPr lang="en-GB" sz="1600" b="0" dirty="0">
                <a:solidFill>
                  <a:srgbClr val="6A9955"/>
                </a:solidFill>
                <a:effectLst/>
                <a:latin typeface="Consolas" panose="020B0609020204030204" pitchFamily="49" charset="0"/>
              </a:rPr>
              <a:t>//set&lt;pair&lt;pair&lt;</a:t>
            </a:r>
            <a:r>
              <a:rPr lang="en-GB" sz="1600" b="0" dirty="0" err="1">
                <a:solidFill>
                  <a:srgbClr val="6A9955"/>
                </a:solidFill>
                <a:effectLst/>
                <a:latin typeface="Consolas" panose="020B0609020204030204" pitchFamily="49" charset="0"/>
              </a:rPr>
              <a:t>long,long</a:t>
            </a:r>
            <a:r>
              <a:rPr lang="en-GB" sz="1600" b="0" dirty="0">
                <a:solidFill>
                  <a:srgbClr val="6A9955"/>
                </a:solidFill>
                <a:effectLst/>
                <a:latin typeface="Consolas" panose="020B0609020204030204" pitchFamily="49" charset="0"/>
              </a:rPr>
              <a:t>&gt;,string&gt;&gt; </a:t>
            </a:r>
            <a:r>
              <a:rPr lang="en-GB" sz="1600" b="0" dirty="0" err="1">
                <a:solidFill>
                  <a:srgbClr val="6A9955"/>
                </a:solidFill>
                <a:effectLst/>
                <a:latin typeface="Consolas" panose="020B0609020204030204" pitchFamily="49" charset="0"/>
              </a:rPr>
              <a:t>st</a:t>
            </a:r>
            <a:r>
              <a:rPr lang="en-GB" sz="1600" b="0" dirty="0">
                <a:solidFill>
                  <a:srgbClr val="6A9955"/>
                </a:solidFill>
                <a:effectLst/>
                <a:latin typeface="Consolas" panose="020B0609020204030204" pitchFamily="49" charset="0"/>
              </a:rPr>
              <a:t>;</a:t>
            </a:r>
            <a:endParaRPr lang="en-GB" sz="1600" b="0" dirty="0">
              <a:solidFill>
                <a:srgbClr val="D4D4D4"/>
              </a:solidFill>
              <a:effectLst/>
              <a:latin typeface="Consolas" panose="020B0609020204030204" pitchFamily="49" charset="0"/>
            </a:endParaRPr>
          </a:p>
          <a:p>
            <a:r>
              <a:rPr lang="en-GB" sz="1600" b="0" dirty="0">
                <a:solidFill>
                  <a:srgbClr val="6A9955"/>
                </a:solidFill>
                <a:effectLst/>
                <a:latin typeface="Consolas" panose="020B0609020204030204" pitchFamily="49" charset="0"/>
              </a:rPr>
              <a:t>//</a:t>
            </a:r>
            <a:r>
              <a:rPr lang="en-GB" sz="1600" b="0" dirty="0" err="1">
                <a:solidFill>
                  <a:srgbClr val="6A9955"/>
                </a:solidFill>
                <a:effectLst/>
                <a:latin typeface="Consolas" panose="020B0609020204030204" pitchFamily="49" charset="0"/>
              </a:rPr>
              <a:t>unordered_map</a:t>
            </a:r>
            <a:r>
              <a:rPr lang="en-GB" sz="1600" b="0" dirty="0">
                <a:solidFill>
                  <a:srgbClr val="6A9955"/>
                </a:solidFill>
                <a:effectLst/>
                <a:latin typeface="Consolas" panose="020B0609020204030204" pitchFamily="49" charset="0"/>
              </a:rPr>
              <a:t>&lt;</a:t>
            </a:r>
            <a:r>
              <a:rPr lang="en-GB" sz="1600" b="0" dirty="0" err="1">
                <a:solidFill>
                  <a:srgbClr val="6A9955"/>
                </a:solidFill>
                <a:effectLst/>
                <a:latin typeface="Consolas" panose="020B0609020204030204" pitchFamily="49" charset="0"/>
              </a:rPr>
              <a:t>string,pair</a:t>
            </a:r>
            <a:r>
              <a:rPr lang="en-GB" sz="1600" b="0" dirty="0">
                <a:solidFill>
                  <a:srgbClr val="6A9955"/>
                </a:solidFill>
                <a:effectLst/>
                <a:latin typeface="Consolas" panose="020B0609020204030204" pitchFamily="49" charset="0"/>
              </a:rPr>
              <a:t>&lt;pair&lt;</a:t>
            </a:r>
            <a:r>
              <a:rPr lang="en-GB" sz="1600" b="0" dirty="0" err="1">
                <a:solidFill>
                  <a:srgbClr val="6A9955"/>
                </a:solidFill>
                <a:effectLst/>
                <a:latin typeface="Consolas" panose="020B0609020204030204" pitchFamily="49" charset="0"/>
              </a:rPr>
              <a:t>long,long</a:t>
            </a:r>
            <a:r>
              <a:rPr lang="en-GB" sz="1600" b="0" dirty="0">
                <a:solidFill>
                  <a:srgbClr val="6A9955"/>
                </a:solidFill>
                <a:effectLst/>
                <a:latin typeface="Consolas" panose="020B0609020204030204" pitchFamily="49" charset="0"/>
              </a:rPr>
              <a:t>&gt;,string&gt;&gt; </a:t>
            </a:r>
            <a:r>
              <a:rPr lang="en-GB" sz="1600" b="0" dirty="0" err="1">
                <a:solidFill>
                  <a:srgbClr val="6A9955"/>
                </a:solidFill>
                <a:effectLst/>
                <a:latin typeface="Consolas" panose="020B0609020204030204" pitchFamily="49" charset="0"/>
              </a:rPr>
              <a:t>mp</a:t>
            </a:r>
            <a:r>
              <a:rPr lang="en-GB" sz="1600" b="0" dirty="0">
                <a:solidFill>
                  <a:srgbClr val="6A9955"/>
                </a:solidFill>
                <a:effectLst/>
                <a:latin typeface="Consolas" panose="020B0609020204030204" pitchFamily="49" charset="0"/>
              </a:rPr>
              <a:t>;</a:t>
            </a:r>
            <a:endParaRPr lang="en-GB" sz="1600"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22513215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28EC2F2-3B41-4CAC-B7E8-11A10F274A1A}"/>
              </a:ext>
            </a:extLst>
          </p:cNvPr>
          <p:cNvSpPr txBox="1"/>
          <p:nvPr/>
        </p:nvSpPr>
        <p:spPr>
          <a:xfrm>
            <a:off x="595618" y="871227"/>
            <a:ext cx="11420213" cy="5509200"/>
          </a:xfrm>
          <a:prstGeom prst="rect">
            <a:avLst/>
          </a:prstGeom>
          <a:noFill/>
        </p:spPr>
        <p:txBody>
          <a:bodyPr wrap="square">
            <a:spAutoFit/>
          </a:bodyPr>
          <a:lstStyle/>
          <a:p>
            <a:r>
              <a:rPr lang="en-IN" sz="1600" b="0" dirty="0">
                <a:solidFill>
                  <a:srgbClr val="C586C0"/>
                </a:solidFill>
                <a:effectLst/>
                <a:latin typeface="Consolas" panose="020B0609020204030204" pitchFamily="49" charset="0"/>
              </a:rPr>
              <a:t>else</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a:solidFill>
                  <a:srgbClr val="4EC9B0"/>
                </a:solidFill>
                <a:effectLst/>
                <a:latin typeface="Consolas" panose="020B0609020204030204" pitchFamily="49" charset="0"/>
              </a:rPr>
              <a:t>set</a:t>
            </a:r>
            <a:r>
              <a:rPr lang="en-IN" sz="1600" b="0" dirty="0">
                <a:solidFill>
                  <a:srgbClr val="D4D4D4"/>
                </a:solidFill>
                <a:effectLst/>
                <a:latin typeface="Consolas" panose="020B0609020204030204" pitchFamily="49" charset="0"/>
              </a:rPr>
              <a:t>&lt;</a:t>
            </a:r>
            <a:r>
              <a:rPr lang="en-IN" sz="1600" b="0" dirty="0">
                <a:solidFill>
                  <a:srgbClr val="4EC9B0"/>
                </a:solidFill>
                <a:effectLst/>
                <a:latin typeface="Consolas" panose="020B0609020204030204" pitchFamily="49" charset="0"/>
              </a:rPr>
              <a:t>pair</a:t>
            </a:r>
            <a:r>
              <a:rPr lang="en-IN" sz="1600" b="0" dirty="0">
                <a:solidFill>
                  <a:srgbClr val="D4D4D4"/>
                </a:solidFill>
                <a:effectLst/>
                <a:latin typeface="Consolas" panose="020B0609020204030204" pitchFamily="49" charset="0"/>
              </a:rPr>
              <a:t>&lt;</a:t>
            </a:r>
            <a:r>
              <a:rPr lang="en-IN" sz="1600" b="0" dirty="0">
                <a:solidFill>
                  <a:srgbClr val="4EC9B0"/>
                </a:solidFill>
                <a:effectLst/>
                <a:latin typeface="Consolas" panose="020B0609020204030204" pitchFamily="49" charset="0"/>
              </a:rPr>
              <a:t>pair</a:t>
            </a:r>
            <a:r>
              <a:rPr lang="en-IN" sz="1600" b="0" dirty="0">
                <a:solidFill>
                  <a:srgbClr val="D4D4D4"/>
                </a:solidFill>
                <a:effectLst/>
                <a:latin typeface="Consolas" panose="020B0609020204030204" pitchFamily="49" charset="0"/>
              </a:rPr>
              <a:t>&lt;</a:t>
            </a:r>
            <a:r>
              <a:rPr lang="en-IN" sz="1600" b="0" dirty="0" err="1">
                <a:solidFill>
                  <a:srgbClr val="569CD6"/>
                </a:solidFill>
                <a:effectLst/>
                <a:latin typeface="Consolas" panose="020B0609020204030204" pitchFamily="49" charset="0"/>
              </a:rPr>
              <a:t>long</a:t>
            </a:r>
            <a:r>
              <a:rPr lang="en-IN" sz="1600" b="0" dirty="0" err="1">
                <a:solidFill>
                  <a:srgbClr val="D4D4D4"/>
                </a:solidFill>
                <a:effectLst/>
                <a:latin typeface="Consolas" panose="020B0609020204030204" pitchFamily="49" charset="0"/>
              </a:rPr>
              <a:t>,</a:t>
            </a:r>
            <a:r>
              <a:rPr lang="en-IN" sz="1600" b="0" dirty="0" err="1">
                <a:solidFill>
                  <a:srgbClr val="569CD6"/>
                </a:solidFill>
                <a:effectLst/>
                <a:latin typeface="Consolas" panose="020B0609020204030204" pitchFamily="49" charset="0"/>
              </a:rPr>
              <a:t>long</a:t>
            </a:r>
            <a:r>
              <a:rPr lang="en-IN" sz="1600" b="0" dirty="0">
                <a:solidFill>
                  <a:srgbClr val="D4D4D4"/>
                </a:solidFill>
                <a:effectLst/>
                <a:latin typeface="Consolas" panose="020B0609020204030204" pitchFamily="49" charset="0"/>
              </a:rPr>
              <a:t>&gt;,</a:t>
            </a:r>
            <a:r>
              <a:rPr lang="en-IN" sz="1600" b="0" dirty="0">
                <a:solidFill>
                  <a:srgbClr val="4EC9B0"/>
                </a:solidFill>
                <a:effectLst/>
                <a:latin typeface="Consolas" panose="020B0609020204030204" pitchFamily="49" charset="0"/>
              </a:rPr>
              <a:t>string</a:t>
            </a:r>
            <a:r>
              <a:rPr lang="en-IN" sz="1600" b="0" dirty="0">
                <a:solidFill>
                  <a:srgbClr val="D4D4D4"/>
                </a:solidFill>
                <a:effectLst/>
                <a:latin typeface="Consolas" panose="020B0609020204030204" pitchFamily="49" charset="0"/>
              </a:rPr>
              <a:t>&gt;&gt;::</a:t>
            </a:r>
            <a:r>
              <a:rPr lang="en-IN" sz="1600" b="0" dirty="0">
                <a:solidFill>
                  <a:srgbClr val="4EC9B0"/>
                </a:solidFill>
                <a:effectLst/>
                <a:latin typeface="Consolas" panose="020B0609020204030204" pitchFamily="49" charset="0"/>
              </a:rPr>
              <a:t>iterator</a:t>
            </a:r>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itr</a:t>
            </a:r>
            <a:r>
              <a:rPr lang="en-IN" sz="1600" b="0" dirty="0">
                <a:solidFill>
                  <a:srgbClr val="D4D4D4"/>
                </a:solidFill>
                <a:effectLst/>
                <a:latin typeface="Consolas" panose="020B0609020204030204" pitchFamily="49" charset="0"/>
              </a:rPr>
              <a:t> = </a:t>
            </a:r>
            <a:r>
              <a:rPr lang="en-IN" sz="1600" b="0" dirty="0" err="1">
                <a:solidFill>
                  <a:srgbClr val="9CDCFE"/>
                </a:solidFill>
                <a:effectLst/>
                <a:latin typeface="Consolas" panose="020B0609020204030204" pitchFamily="49" charset="0"/>
              </a:rPr>
              <a:t>st</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find</a:t>
            </a:r>
            <a:r>
              <a:rPr lang="en-IN" sz="1600" b="0" dirty="0">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mp</a:t>
            </a:r>
            <a:r>
              <a:rPr lang="en-IN" sz="1600" b="0" dirty="0">
                <a:solidFill>
                  <a:srgbClr val="DCDCAA"/>
                </a:solidFill>
                <a:effectLst/>
                <a:latin typeface="Consolas" panose="020B0609020204030204" pitchFamily="49" charset="0"/>
              </a:rPr>
              <a:t>[</a:t>
            </a:r>
            <a:r>
              <a:rPr lang="en-IN" sz="1600" b="0" dirty="0">
                <a:solidFill>
                  <a:srgbClr val="9CDCFE"/>
                </a:solidFill>
                <a:effectLst/>
                <a:latin typeface="Consolas" panose="020B0609020204030204" pitchFamily="49" charset="0"/>
              </a:rPr>
              <a:t>lol</a:t>
            </a:r>
            <a:r>
              <a:rPr lang="en-IN" sz="1600" b="0" dirty="0">
                <a:solidFill>
                  <a:srgbClr val="DCDCAA"/>
                </a:solidFill>
                <a:effectLst/>
                <a:latin typeface="Consolas" panose="020B0609020204030204" pitchFamily="49" charset="0"/>
              </a:rPr>
              <a:t>]</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a:solidFill>
                  <a:srgbClr val="569CD6"/>
                </a:solidFill>
                <a:effectLst/>
                <a:latin typeface="Consolas" panose="020B0609020204030204" pitchFamily="49" charset="0"/>
              </a:rPr>
              <a:t>long</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pro</a:t>
            </a:r>
            <a:r>
              <a:rPr lang="en-IN" sz="1600" b="0" dirty="0">
                <a:solidFill>
                  <a:srgbClr val="D4D4D4"/>
                </a:solidFill>
                <a:effectLst/>
                <a:latin typeface="Consolas" panose="020B0609020204030204" pitchFamily="49" charset="0"/>
              </a:rPr>
              <a:t> = </a:t>
            </a:r>
            <a:r>
              <a:rPr lang="en-IN" sz="1600" b="0" dirty="0" err="1">
                <a:solidFill>
                  <a:srgbClr val="9CDCFE"/>
                </a:solidFill>
                <a:effectLst/>
                <a:latin typeface="Consolas" panose="020B0609020204030204" pitchFamily="49" charset="0"/>
              </a:rPr>
              <a:t>itr</a:t>
            </a:r>
            <a:r>
              <a:rPr lang="en-IN" sz="1600" b="0" dirty="0">
                <a:solidFill>
                  <a:srgbClr val="DCDCAA"/>
                </a:solidFill>
                <a:effectLst/>
                <a:latin typeface="Consolas" panose="020B0609020204030204" pitchFamily="49" charset="0"/>
              </a:rPr>
              <a:t>-&gt;</a:t>
            </a:r>
            <a:r>
              <a:rPr lang="en-IN" sz="1600" b="0" dirty="0" err="1">
                <a:solidFill>
                  <a:srgbClr val="9CDCFE"/>
                </a:solidFill>
                <a:effectLst/>
                <a:latin typeface="Consolas" panose="020B0609020204030204" pitchFamily="49" charset="0"/>
              </a:rPr>
              <a:t>first</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second</a:t>
            </a:r>
            <a:r>
              <a:rPr lang="en-IN" sz="1600" b="0" dirty="0">
                <a:solidFill>
                  <a:srgbClr val="D4D4D4"/>
                </a:solidFill>
                <a:effectLst/>
                <a:latin typeface="Consolas" panose="020B0609020204030204" pitchFamily="49" charset="0"/>
              </a:rPr>
              <a:t>;</a:t>
            </a:r>
            <a:br>
              <a:rPr lang="en-IN" sz="1600" b="0" dirty="0">
                <a:solidFill>
                  <a:srgbClr val="D4D4D4"/>
                </a:solidFill>
                <a:effectLst/>
                <a:latin typeface="Consolas" panose="020B0609020204030204" pitchFamily="49" charset="0"/>
              </a:rPr>
            </a:br>
            <a:r>
              <a:rPr lang="en-IN" sz="1600" b="0" dirty="0">
                <a:solidFill>
                  <a:srgbClr val="D4D4D4"/>
                </a:solidFill>
                <a:effectLst/>
                <a:latin typeface="Consolas" panose="020B0609020204030204" pitchFamily="49" charset="0"/>
              </a:rPr>
              <a:t>            </a:t>
            </a:r>
            <a:r>
              <a:rPr lang="en-IN" sz="1600" b="0" dirty="0">
                <a:solidFill>
                  <a:srgbClr val="C586C0"/>
                </a:solidFill>
                <a:effectLst/>
                <a:latin typeface="Consolas" panose="020B0609020204030204" pitchFamily="49" charset="0"/>
              </a:rPr>
              <a:t>if</a:t>
            </a:r>
            <a:r>
              <a:rPr lang="en-IN" sz="1600" b="0" dirty="0">
                <a:solidFill>
                  <a:srgbClr val="D4D4D4"/>
                </a:solidFill>
                <a:effectLst/>
                <a:latin typeface="Consolas" panose="020B0609020204030204" pitchFamily="49" charset="0"/>
              </a:rPr>
              <a:t>(</a:t>
            </a:r>
            <a:r>
              <a:rPr lang="en-IN" sz="1600" b="0" dirty="0">
                <a:solidFill>
                  <a:srgbClr val="9CDCFE"/>
                </a:solidFill>
                <a:effectLst/>
                <a:latin typeface="Consolas" panose="020B0609020204030204" pitchFamily="49" charset="0"/>
              </a:rPr>
              <a:t>lol</a:t>
            </a:r>
            <a:r>
              <a:rPr lang="en-IN" sz="1600" b="0" dirty="0">
                <a:solidFill>
                  <a:srgbClr val="D4D4D4"/>
                </a:solidFill>
                <a:effectLst/>
                <a:latin typeface="Consolas" panose="020B0609020204030204" pitchFamily="49" charset="0"/>
              </a:rPr>
              <a:t> </a:t>
            </a:r>
            <a:r>
              <a:rPr lang="en-IN" sz="1600" b="0" dirty="0">
                <a:solidFill>
                  <a:srgbClr val="DCDCAA"/>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st</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rbegin</a:t>
            </a:r>
            <a:r>
              <a:rPr lang="en-IN" sz="1600" b="0" dirty="0">
                <a:solidFill>
                  <a:srgbClr val="D4D4D4"/>
                </a:solidFill>
                <a:effectLst/>
                <a:latin typeface="Consolas" panose="020B0609020204030204" pitchFamily="49" charset="0"/>
              </a:rPr>
              <a:t>())</a:t>
            </a:r>
            <a:r>
              <a:rPr lang="en-IN" sz="1600" b="0" dirty="0">
                <a:solidFill>
                  <a:srgbClr val="DCDCAA"/>
                </a:solidFill>
                <a:effectLst/>
                <a:latin typeface="Consolas" panose="020B0609020204030204" pitchFamily="49" charset="0"/>
              </a:rPr>
              <a:t>-&gt;</a:t>
            </a:r>
            <a:r>
              <a:rPr lang="en-IN" sz="1600" b="0" dirty="0">
                <a:solidFill>
                  <a:srgbClr val="9CDCFE"/>
                </a:solidFill>
                <a:effectLst/>
                <a:latin typeface="Consolas" panose="020B0609020204030204" pitchFamily="49" charset="0"/>
              </a:rPr>
              <a:t>second</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a:solidFill>
                  <a:srgbClr val="C586C0"/>
                </a:solidFill>
                <a:effectLst/>
                <a:latin typeface="Consolas" panose="020B0609020204030204" pitchFamily="49" charset="0"/>
              </a:rPr>
              <a:t>if</a:t>
            </a:r>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st</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size</a:t>
            </a:r>
            <a:r>
              <a:rPr lang="en-IN" sz="1600" b="0" dirty="0">
                <a:solidFill>
                  <a:srgbClr val="D4D4D4"/>
                </a:solidFill>
                <a:effectLst/>
                <a:latin typeface="Consolas" panose="020B0609020204030204" pitchFamily="49" charset="0"/>
              </a:rPr>
              <a:t>()&gt;</a:t>
            </a:r>
            <a:r>
              <a:rPr lang="en-IN" sz="1600" b="0" dirty="0">
                <a:solidFill>
                  <a:srgbClr val="B5CEA8"/>
                </a:solidFill>
                <a:effectLst/>
                <a:latin typeface="Consolas" panose="020B0609020204030204" pitchFamily="49" charset="0"/>
              </a:rPr>
              <a:t>1</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itr</a:t>
            </a:r>
            <a:r>
              <a:rPr lang="en-IN" sz="1600" b="0" dirty="0">
                <a:solidFill>
                  <a:srgbClr val="DCDCAA"/>
                </a:solidFill>
                <a:effectLst/>
                <a:latin typeface="Consolas" panose="020B0609020204030204" pitchFamily="49" charset="0"/>
              </a:rPr>
              <a:t>--</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damn</a:t>
            </a:r>
            <a:r>
              <a:rPr lang="en-IN" sz="1600" b="0" dirty="0">
                <a:solidFill>
                  <a:srgbClr val="D4D4D4"/>
                </a:solidFill>
                <a:effectLst/>
                <a:latin typeface="Consolas" panose="020B0609020204030204" pitchFamily="49" charset="0"/>
              </a:rPr>
              <a:t> = </a:t>
            </a:r>
            <a:r>
              <a:rPr lang="en-IN" sz="1600" b="0" dirty="0">
                <a:solidFill>
                  <a:srgbClr val="9CDCFE"/>
                </a:solidFill>
                <a:effectLst/>
                <a:latin typeface="Consolas" panose="020B0609020204030204" pitchFamily="49" charset="0"/>
              </a:rPr>
              <a:t>damn</a:t>
            </a:r>
            <a:r>
              <a:rPr lang="en-IN" sz="1600" b="0" dirty="0">
                <a:solidFill>
                  <a:srgbClr val="D4D4D4"/>
                </a:solidFill>
                <a:effectLst/>
                <a:latin typeface="Consolas" panose="020B0609020204030204" pitchFamily="49" charset="0"/>
              </a:rPr>
              <a:t> - </a:t>
            </a:r>
            <a:r>
              <a:rPr lang="en-IN" sz="1600" b="0" dirty="0">
                <a:solidFill>
                  <a:srgbClr val="9CDCFE"/>
                </a:solidFill>
                <a:effectLst/>
                <a:latin typeface="Consolas" panose="020B0609020204030204" pitchFamily="49" charset="0"/>
              </a:rPr>
              <a:t>pro</a:t>
            </a:r>
            <a:r>
              <a:rPr lang="en-IN" sz="1600" b="0" dirty="0">
                <a:solidFill>
                  <a:srgbClr val="D4D4D4"/>
                </a:solidFill>
                <a:effectLst/>
                <a:latin typeface="Consolas" panose="020B0609020204030204" pitchFamily="49" charset="0"/>
              </a:rPr>
              <a:t> * </a:t>
            </a:r>
            <a:r>
              <a:rPr lang="en-IN" sz="1600" b="0" dirty="0" err="1">
                <a:solidFill>
                  <a:srgbClr val="9CDCFE"/>
                </a:solidFill>
                <a:effectLst/>
                <a:latin typeface="Consolas" panose="020B0609020204030204" pitchFamily="49" charset="0"/>
              </a:rPr>
              <a:t>itr</a:t>
            </a:r>
            <a:r>
              <a:rPr lang="en-IN" sz="1600" b="0" dirty="0">
                <a:solidFill>
                  <a:srgbClr val="DCDCAA"/>
                </a:solidFill>
                <a:effectLst/>
                <a:latin typeface="Consolas" panose="020B0609020204030204" pitchFamily="49" charset="0"/>
              </a:rPr>
              <a:t>-&gt;</a:t>
            </a:r>
            <a:r>
              <a:rPr lang="en-IN" sz="1600" b="0" dirty="0" err="1">
                <a:solidFill>
                  <a:srgbClr val="9CDCFE"/>
                </a:solidFill>
                <a:effectLst/>
                <a:latin typeface="Consolas" panose="020B0609020204030204" pitchFamily="49" charset="0"/>
              </a:rPr>
              <a:t>first</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second</a:t>
            </a:r>
            <a:r>
              <a:rPr lang="en-IN" sz="1600" b="0" dirty="0">
                <a:solidFill>
                  <a:srgbClr val="D4D4D4"/>
                </a:solidFill>
                <a:effectLst/>
                <a:latin typeface="Consolas" panose="020B0609020204030204" pitchFamily="49" charset="0"/>
              </a:rPr>
              <a:t>; } }</a:t>
            </a:r>
          </a:p>
          <a:p>
            <a:r>
              <a:rPr lang="en-IN" sz="1600" b="0" dirty="0">
                <a:solidFill>
                  <a:srgbClr val="D4D4D4"/>
                </a:solidFill>
                <a:effectLst/>
                <a:latin typeface="Consolas" panose="020B0609020204030204" pitchFamily="49" charset="0"/>
              </a:rPr>
              <a:t>            </a:t>
            </a:r>
            <a:r>
              <a:rPr lang="en-IN" sz="1600" b="0" dirty="0">
                <a:solidFill>
                  <a:srgbClr val="C586C0"/>
                </a:solidFill>
                <a:effectLst/>
                <a:latin typeface="Consolas" panose="020B0609020204030204" pitchFamily="49" charset="0"/>
              </a:rPr>
              <a:t>else</a:t>
            </a:r>
            <a:r>
              <a:rPr lang="en-IN" sz="1600" b="0" dirty="0">
                <a:solidFill>
                  <a:srgbClr val="D4D4D4"/>
                </a:solidFill>
                <a:effectLst/>
                <a:latin typeface="Consolas" panose="020B0609020204030204" pitchFamily="49" charset="0"/>
              </a:rPr>
              <a:t> </a:t>
            </a:r>
            <a:r>
              <a:rPr lang="en-IN" sz="1600" b="0" dirty="0">
                <a:solidFill>
                  <a:srgbClr val="C586C0"/>
                </a:solidFill>
                <a:effectLst/>
                <a:latin typeface="Consolas" panose="020B0609020204030204" pitchFamily="49" charset="0"/>
              </a:rPr>
              <a:t>if</a:t>
            </a:r>
            <a:r>
              <a:rPr lang="en-IN" sz="1600" b="0" dirty="0">
                <a:solidFill>
                  <a:srgbClr val="D4D4D4"/>
                </a:solidFill>
                <a:effectLst/>
                <a:latin typeface="Consolas" panose="020B0609020204030204" pitchFamily="49" charset="0"/>
              </a:rPr>
              <a:t>(</a:t>
            </a:r>
            <a:r>
              <a:rPr lang="en-IN" sz="1600" b="0" dirty="0">
                <a:solidFill>
                  <a:srgbClr val="9CDCFE"/>
                </a:solidFill>
                <a:effectLst/>
                <a:latin typeface="Consolas" panose="020B0609020204030204" pitchFamily="49" charset="0"/>
              </a:rPr>
              <a:t>lol</a:t>
            </a:r>
            <a:r>
              <a:rPr lang="en-IN" sz="1600" b="0" dirty="0">
                <a:solidFill>
                  <a:srgbClr val="D4D4D4"/>
                </a:solidFill>
                <a:effectLst/>
                <a:latin typeface="Consolas" panose="020B0609020204030204" pitchFamily="49" charset="0"/>
              </a:rPr>
              <a:t> </a:t>
            </a:r>
            <a:r>
              <a:rPr lang="en-IN" sz="1600" b="0" dirty="0">
                <a:solidFill>
                  <a:srgbClr val="DCDCAA"/>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st</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begin</a:t>
            </a:r>
            <a:r>
              <a:rPr lang="en-IN" sz="1600" b="0" dirty="0">
                <a:solidFill>
                  <a:srgbClr val="D4D4D4"/>
                </a:solidFill>
                <a:effectLst/>
                <a:latin typeface="Consolas" panose="020B0609020204030204" pitchFamily="49" charset="0"/>
              </a:rPr>
              <a:t>())</a:t>
            </a:r>
            <a:r>
              <a:rPr lang="en-IN" sz="1600" b="0" dirty="0">
                <a:solidFill>
                  <a:srgbClr val="DCDCAA"/>
                </a:solidFill>
                <a:effectLst/>
                <a:latin typeface="Consolas" panose="020B0609020204030204" pitchFamily="49" charset="0"/>
              </a:rPr>
              <a:t>-&gt;</a:t>
            </a:r>
            <a:r>
              <a:rPr lang="en-IN" sz="1600" b="0" dirty="0">
                <a:solidFill>
                  <a:srgbClr val="9CDCFE"/>
                </a:solidFill>
                <a:effectLst/>
                <a:latin typeface="Consolas" panose="020B0609020204030204" pitchFamily="49" charset="0"/>
              </a:rPr>
              <a:t>second</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itr</a:t>
            </a:r>
            <a:r>
              <a:rPr lang="en-IN" sz="1600" b="0" dirty="0">
                <a:solidFill>
                  <a:srgbClr val="DCDCAA"/>
                </a:solidFill>
                <a:effectLst/>
                <a:latin typeface="Consolas" panose="020B0609020204030204" pitchFamily="49" charset="0"/>
              </a:rPr>
              <a:t>++</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damn</a:t>
            </a:r>
            <a:r>
              <a:rPr lang="en-IN" sz="1600" b="0" dirty="0">
                <a:solidFill>
                  <a:srgbClr val="D4D4D4"/>
                </a:solidFill>
                <a:effectLst/>
                <a:latin typeface="Consolas" panose="020B0609020204030204" pitchFamily="49" charset="0"/>
              </a:rPr>
              <a:t> = </a:t>
            </a:r>
            <a:r>
              <a:rPr lang="en-IN" sz="1600" b="0" dirty="0">
                <a:solidFill>
                  <a:srgbClr val="9CDCFE"/>
                </a:solidFill>
                <a:effectLst/>
                <a:latin typeface="Consolas" panose="020B0609020204030204" pitchFamily="49" charset="0"/>
              </a:rPr>
              <a:t>damn</a:t>
            </a:r>
            <a:r>
              <a:rPr lang="en-IN" sz="1600" b="0" dirty="0">
                <a:solidFill>
                  <a:srgbClr val="D4D4D4"/>
                </a:solidFill>
                <a:effectLst/>
                <a:latin typeface="Consolas" panose="020B0609020204030204" pitchFamily="49" charset="0"/>
              </a:rPr>
              <a:t> - </a:t>
            </a:r>
            <a:r>
              <a:rPr lang="en-IN" sz="1600" b="0" dirty="0">
                <a:solidFill>
                  <a:srgbClr val="9CDCFE"/>
                </a:solidFill>
                <a:effectLst/>
                <a:latin typeface="Consolas" panose="020B0609020204030204" pitchFamily="49" charset="0"/>
              </a:rPr>
              <a:t>pro</a:t>
            </a:r>
            <a:r>
              <a:rPr lang="en-IN" sz="1600" b="0" dirty="0">
                <a:solidFill>
                  <a:srgbClr val="D4D4D4"/>
                </a:solidFill>
                <a:effectLst/>
                <a:latin typeface="Consolas" panose="020B0609020204030204" pitchFamily="49" charset="0"/>
              </a:rPr>
              <a:t> * </a:t>
            </a:r>
            <a:r>
              <a:rPr lang="en-IN" sz="1600" b="0" dirty="0" err="1">
                <a:solidFill>
                  <a:srgbClr val="9CDCFE"/>
                </a:solidFill>
                <a:effectLst/>
                <a:latin typeface="Consolas" panose="020B0609020204030204" pitchFamily="49" charset="0"/>
              </a:rPr>
              <a:t>itr</a:t>
            </a:r>
            <a:r>
              <a:rPr lang="en-IN" sz="1600" b="0" dirty="0">
                <a:solidFill>
                  <a:srgbClr val="DCDCAA"/>
                </a:solidFill>
                <a:effectLst/>
                <a:latin typeface="Consolas" panose="020B0609020204030204" pitchFamily="49" charset="0"/>
              </a:rPr>
              <a:t>-&gt;</a:t>
            </a:r>
            <a:r>
              <a:rPr lang="en-IN" sz="1600" b="0" dirty="0" err="1">
                <a:solidFill>
                  <a:srgbClr val="9CDCFE"/>
                </a:solidFill>
                <a:effectLst/>
                <a:latin typeface="Consolas" panose="020B0609020204030204" pitchFamily="49" charset="0"/>
              </a:rPr>
              <a:t>first</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second</a:t>
            </a:r>
            <a:r>
              <a:rPr lang="en-IN" sz="1600" b="0" dirty="0">
                <a:solidFill>
                  <a:srgbClr val="D4D4D4"/>
                </a:solidFill>
                <a:effectLst/>
                <a:latin typeface="Consolas" panose="020B0609020204030204" pitchFamily="49" charset="0"/>
              </a:rPr>
              <a:t>; }</a:t>
            </a:r>
          </a:p>
          <a:p>
            <a:r>
              <a:rPr lang="en-IN" sz="1600" b="0" dirty="0">
                <a:solidFill>
                  <a:srgbClr val="D4D4D4"/>
                </a:solidFill>
                <a:effectLst/>
                <a:latin typeface="Consolas" panose="020B0609020204030204" pitchFamily="49" charset="0"/>
              </a:rPr>
              <a:t>            </a:t>
            </a:r>
            <a:r>
              <a:rPr lang="en-IN" sz="1600" b="0" dirty="0">
                <a:solidFill>
                  <a:srgbClr val="C586C0"/>
                </a:solidFill>
                <a:effectLst/>
                <a:latin typeface="Consolas" panose="020B0609020204030204" pitchFamily="49" charset="0"/>
              </a:rPr>
              <a:t>else</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itr</a:t>
            </a:r>
            <a:r>
              <a:rPr lang="en-IN" sz="1600" b="0" dirty="0">
                <a:solidFill>
                  <a:srgbClr val="DCDCAA"/>
                </a:solidFill>
                <a:effectLst/>
                <a:latin typeface="Consolas" panose="020B0609020204030204" pitchFamily="49" charset="0"/>
              </a:rPr>
              <a:t>++</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a:solidFill>
                  <a:srgbClr val="569CD6"/>
                </a:solidFill>
                <a:effectLst/>
                <a:latin typeface="Consolas" panose="020B0609020204030204" pitchFamily="49" charset="0"/>
              </a:rPr>
              <a:t>long</a:t>
            </a: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next</a:t>
            </a:r>
            <a:r>
              <a:rPr lang="en-IN" sz="1600" b="0" dirty="0">
                <a:solidFill>
                  <a:srgbClr val="D4D4D4"/>
                </a:solidFill>
                <a:effectLst/>
                <a:latin typeface="Consolas" panose="020B0609020204030204" pitchFamily="49" charset="0"/>
              </a:rPr>
              <a:t> = </a:t>
            </a:r>
            <a:r>
              <a:rPr lang="en-IN" sz="1600" b="0" dirty="0" err="1">
                <a:solidFill>
                  <a:srgbClr val="9CDCFE"/>
                </a:solidFill>
                <a:effectLst/>
                <a:latin typeface="Consolas" panose="020B0609020204030204" pitchFamily="49" charset="0"/>
              </a:rPr>
              <a:t>itr</a:t>
            </a:r>
            <a:r>
              <a:rPr lang="en-IN" sz="1600" b="0" dirty="0">
                <a:solidFill>
                  <a:srgbClr val="DCDCAA"/>
                </a:solidFill>
                <a:effectLst/>
                <a:latin typeface="Consolas" panose="020B0609020204030204" pitchFamily="49" charset="0"/>
              </a:rPr>
              <a:t>-&gt;</a:t>
            </a:r>
            <a:r>
              <a:rPr lang="en-IN" sz="1600" b="0" dirty="0" err="1">
                <a:solidFill>
                  <a:srgbClr val="9CDCFE"/>
                </a:solidFill>
                <a:effectLst/>
                <a:latin typeface="Consolas" panose="020B0609020204030204" pitchFamily="49" charset="0"/>
              </a:rPr>
              <a:t>first</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second</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itr</a:t>
            </a:r>
            <a:r>
              <a:rPr lang="en-IN" sz="1600" b="0" dirty="0">
                <a:solidFill>
                  <a:srgbClr val="DCDCAA"/>
                </a:solidFill>
                <a:effectLst/>
                <a:latin typeface="Consolas" panose="020B0609020204030204" pitchFamily="49" charset="0"/>
              </a:rPr>
              <a:t>--</a:t>
            </a:r>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itr</a:t>
            </a:r>
            <a:r>
              <a:rPr lang="en-IN" sz="1600" b="0" dirty="0">
                <a:solidFill>
                  <a:srgbClr val="DCDCAA"/>
                </a:solidFill>
                <a:effectLst/>
                <a:latin typeface="Consolas" panose="020B0609020204030204" pitchFamily="49" charset="0"/>
              </a:rPr>
              <a:t>--</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a:solidFill>
                  <a:srgbClr val="569CD6"/>
                </a:solidFill>
                <a:effectLst/>
                <a:latin typeface="Consolas" panose="020B0609020204030204" pitchFamily="49" charset="0"/>
              </a:rPr>
              <a:t>long</a:t>
            </a:r>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prev</a:t>
            </a:r>
            <a:r>
              <a:rPr lang="en-IN" sz="1600" b="0" dirty="0">
                <a:solidFill>
                  <a:srgbClr val="D4D4D4"/>
                </a:solidFill>
                <a:effectLst/>
                <a:latin typeface="Consolas" panose="020B0609020204030204" pitchFamily="49" charset="0"/>
              </a:rPr>
              <a:t> = </a:t>
            </a:r>
            <a:r>
              <a:rPr lang="en-IN" sz="1600" b="0" dirty="0" err="1">
                <a:solidFill>
                  <a:srgbClr val="9CDCFE"/>
                </a:solidFill>
                <a:effectLst/>
                <a:latin typeface="Consolas" panose="020B0609020204030204" pitchFamily="49" charset="0"/>
              </a:rPr>
              <a:t>itr</a:t>
            </a:r>
            <a:r>
              <a:rPr lang="en-IN" sz="1600" b="0" dirty="0">
                <a:solidFill>
                  <a:srgbClr val="DCDCAA"/>
                </a:solidFill>
                <a:effectLst/>
                <a:latin typeface="Consolas" panose="020B0609020204030204" pitchFamily="49" charset="0"/>
              </a:rPr>
              <a:t>-&gt;</a:t>
            </a:r>
            <a:r>
              <a:rPr lang="en-IN" sz="1600" b="0" dirty="0" err="1">
                <a:solidFill>
                  <a:srgbClr val="9CDCFE"/>
                </a:solidFill>
                <a:effectLst/>
                <a:latin typeface="Consolas" panose="020B0609020204030204" pitchFamily="49" charset="0"/>
              </a:rPr>
              <a:t>first</a:t>
            </a:r>
            <a:r>
              <a:rPr lang="en-IN" sz="1600" b="0" dirty="0" err="1">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second</a:t>
            </a:r>
            <a:r>
              <a:rPr lang="en-IN" sz="1600" b="0" dirty="0">
                <a:solidFill>
                  <a:srgbClr val="D4D4D4"/>
                </a:solidFill>
                <a:effectLst/>
                <a:latin typeface="Consolas" panose="020B0609020204030204" pitchFamily="49" charset="0"/>
              </a:rPr>
              <a:t>;</a:t>
            </a:r>
          </a:p>
          <a:p>
            <a:br>
              <a:rPr lang="en-IN" sz="1600" b="0" dirty="0">
                <a:solidFill>
                  <a:srgbClr val="D4D4D4"/>
                </a:solidFill>
                <a:effectLst/>
                <a:latin typeface="Consolas" panose="020B0609020204030204" pitchFamily="49" charset="0"/>
              </a:rPr>
            </a:br>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damn</a:t>
            </a:r>
            <a:r>
              <a:rPr lang="en-IN" sz="1600" b="0" dirty="0">
                <a:solidFill>
                  <a:srgbClr val="D4D4D4"/>
                </a:solidFill>
                <a:effectLst/>
                <a:latin typeface="Consolas" panose="020B0609020204030204" pitchFamily="49" charset="0"/>
              </a:rPr>
              <a:t> = </a:t>
            </a:r>
            <a:r>
              <a:rPr lang="en-IN" sz="1600" b="0" dirty="0">
                <a:solidFill>
                  <a:srgbClr val="9CDCFE"/>
                </a:solidFill>
                <a:effectLst/>
                <a:latin typeface="Consolas" panose="020B0609020204030204" pitchFamily="49" charset="0"/>
              </a:rPr>
              <a:t>damn</a:t>
            </a:r>
            <a:r>
              <a:rPr lang="en-IN" sz="1600" b="0" dirty="0">
                <a:solidFill>
                  <a:srgbClr val="D4D4D4"/>
                </a:solidFill>
                <a:effectLst/>
                <a:latin typeface="Consolas" panose="020B0609020204030204" pitchFamily="49" charset="0"/>
              </a:rPr>
              <a:t> + </a:t>
            </a:r>
            <a:r>
              <a:rPr lang="en-IN" sz="1600" b="0" dirty="0">
                <a:solidFill>
                  <a:srgbClr val="9CDCFE"/>
                </a:solidFill>
                <a:effectLst/>
                <a:latin typeface="Consolas" panose="020B0609020204030204" pitchFamily="49" charset="0"/>
              </a:rPr>
              <a:t>next</a:t>
            </a:r>
            <a:r>
              <a:rPr lang="en-IN" sz="1600" b="0" dirty="0">
                <a:solidFill>
                  <a:srgbClr val="D4D4D4"/>
                </a:solidFill>
                <a:effectLst/>
                <a:latin typeface="Consolas" panose="020B0609020204030204" pitchFamily="49" charset="0"/>
              </a:rPr>
              <a:t> * </a:t>
            </a:r>
            <a:r>
              <a:rPr lang="en-IN" sz="1600" b="0" dirty="0" err="1">
                <a:solidFill>
                  <a:srgbClr val="9CDCFE"/>
                </a:solidFill>
                <a:effectLst/>
                <a:latin typeface="Consolas" panose="020B0609020204030204" pitchFamily="49" charset="0"/>
              </a:rPr>
              <a:t>prev</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damn</a:t>
            </a:r>
            <a:r>
              <a:rPr lang="en-IN" sz="1600" b="0" dirty="0">
                <a:solidFill>
                  <a:srgbClr val="D4D4D4"/>
                </a:solidFill>
                <a:effectLst/>
                <a:latin typeface="Consolas" panose="020B0609020204030204" pitchFamily="49" charset="0"/>
              </a:rPr>
              <a:t> = </a:t>
            </a:r>
            <a:r>
              <a:rPr lang="en-IN" sz="1600" b="0" dirty="0">
                <a:solidFill>
                  <a:srgbClr val="9CDCFE"/>
                </a:solidFill>
                <a:effectLst/>
                <a:latin typeface="Consolas" panose="020B0609020204030204" pitchFamily="49" charset="0"/>
              </a:rPr>
              <a:t>damn</a:t>
            </a:r>
            <a:r>
              <a:rPr lang="en-IN" sz="1600" b="0" dirty="0">
                <a:solidFill>
                  <a:srgbClr val="D4D4D4"/>
                </a:solidFill>
                <a:effectLst/>
                <a:latin typeface="Consolas" panose="020B0609020204030204" pitchFamily="49" charset="0"/>
              </a:rPr>
              <a:t> - </a:t>
            </a:r>
            <a:r>
              <a:rPr lang="en-IN" sz="1600" b="0" dirty="0">
                <a:solidFill>
                  <a:srgbClr val="9CDCFE"/>
                </a:solidFill>
                <a:effectLst/>
                <a:latin typeface="Consolas" panose="020B0609020204030204" pitchFamily="49" charset="0"/>
              </a:rPr>
              <a:t>pro</a:t>
            </a:r>
            <a:r>
              <a:rPr lang="en-IN" sz="1600" b="0" dirty="0">
                <a:solidFill>
                  <a:srgbClr val="D4D4D4"/>
                </a:solidFill>
                <a:effectLst/>
                <a:latin typeface="Consolas" panose="020B0609020204030204" pitchFamily="49" charset="0"/>
              </a:rPr>
              <a:t> * </a:t>
            </a:r>
            <a:r>
              <a:rPr lang="en-IN" sz="1600" b="0" dirty="0" err="1">
                <a:solidFill>
                  <a:srgbClr val="9CDCFE"/>
                </a:solidFill>
                <a:effectLst/>
                <a:latin typeface="Consolas" panose="020B0609020204030204" pitchFamily="49" charset="0"/>
              </a:rPr>
              <a:t>prev</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a:solidFill>
                  <a:srgbClr val="9CDCFE"/>
                </a:solidFill>
                <a:effectLst/>
                <a:latin typeface="Consolas" panose="020B0609020204030204" pitchFamily="49" charset="0"/>
              </a:rPr>
              <a:t>damn</a:t>
            </a:r>
            <a:r>
              <a:rPr lang="en-IN" sz="1600" b="0" dirty="0">
                <a:solidFill>
                  <a:srgbClr val="D4D4D4"/>
                </a:solidFill>
                <a:effectLst/>
                <a:latin typeface="Consolas" panose="020B0609020204030204" pitchFamily="49" charset="0"/>
              </a:rPr>
              <a:t> = </a:t>
            </a:r>
            <a:r>
              <a:rPr lang="en-IN" sz="1600" b="0" dirty="0">
                <a:solidFill>
                  <a:srgbClr val="9CDCFE"/>
                </a:solidFill>
                <a:effectLst/>
                <a:latin typeface="Consolas" panose="020B0609020204030204" pitchFamily="49" charset="0"/>
              </a:rPr>
              <a:t>damn</a:t>
            </a:r>
            <a:r>
              <a:rPr lang="en-IN" sz="1600" b="0" dirty="0">
                <a:solidFill>
                  <a:srgbClr val="D4D4D4"/>
                </a:solidFill>
                <a:effectLst/>
                <a:latin typeface="Consolas" panose="020B0609020204030204" pitchFamily="49" charset="0"/>
              </a:rPr>
              <a:t> - </a:t>
            </a:r>
            <a:r>
              <a:rPr lang="en-IN" sz="1600" b="0" dirty="0">
                <a:solidFill>
                  <a:srgbClr val="9CDCFE"/>
                </a:solidFill>
                <a:effectLst/>
                <a:latin typeface="Consolas" panose="020B0609020204030204" pitchFamily="49" charset="0"/>
              </a:rPr>
              <a:t>pro</a:t>
            </a:r>
            <a:r>
              <a:rPr lang="en-IN" sz="1600" b="0" dirty="0">
                <a:solidFill>
                  <a:srgbClr val="D4D4D4"/>
                </a:solidFill>
                <a:effectLst/>
                <a:latin typeface="Consolas" panose="020B0609020204030204" pitchFamily="49" charset="0"/>
              </a:rPr>
              <a:t> * </a:t>
            </a:r>
            <a:r>
              <a:rPr lang="en-IN" sz="1600" b="0" dirty="0">
                <a:solidFill>
                  <a:srgbClr val="9CDCFE"/>
                </a:solidFill>
                <a:effectLst/>
                <a:latin typeface="Consolas" panose="020B0609020204030204" pitchFamily="49" charset="0"/>
              </a:rPr>
              <a:t>next</a:t>
            </a:r>
            <a:r>
              <a:rPr lang="en-IN" sz="1600" b="0" dirty="0">
                <a:solidFill>
                  <a:srgbClr val="D4D4D4"/>
                </a:solidFill>
                <a:effectLst/>
                <a:latin typeface="Consolas" panose="020B0609020204030204" pitchFamily="49" charset="0"/>
              </a:rPr>
              <a:t>; }</a:t>
            </a:r>
          </a:p>
          <a:p>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st</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erase</a:t>
            </a:r>
            <a:r>
              <a:rPr lang="en-IN" sz="1600" b="0" dirty="0">
                <a:solidFill>
                  <a:srgbClr val="D4D4D4"/>
                </a:solidFill>
                <a:effectLst/>
                <a:latin typeface="Consolas" panose="020B0609020204030204" pitchFamily="49" charset="0"/>
              </a:rPr>
              <a:t>(</a:t>
            </a:r>
            <a:r>
              <a:rPr lang="en-IN" sz="1600" b="0" dirty="0" err="1">
                <a:solidFill>
                  <a:srgbClr val="9CDCFE"/>
                </a:solidFill>
                <a:effectLst/>
                <a:latin typeface="Consolas" panose="020B0609020204030204" pitchFamily="49" charset="0"/>
              </a:rPr>
              <a:t>mp</a:t>
            </a:r>
            <a:r>
              <a:rPr lang="en-IN" sz="1600" b="0" dirty="0">
                <a:solidFill>
                  <a:srgbClr val="DCDCAA"/>
                </a:solidFill>
                <a:effectLst/>
                <a:latin typeface="Consolas" panose="020B0609020204030204" pitchFamily="49" charset="0"/>
              </a:rPr>
              <a:t>[</a:t>
            </a:r>
            <a:r>
              <a:rPr lang="en-IN" sz="1600" b="0" dirty="0">
                <a:solidFill>
                  <a:srgbClr val="9CDCFE"/>
                </a:solidFill>
                <a:effectLst/>
                <a:latin typeface="Consolas" panose="020B0609020204030204" pitchFamily="49" charset="0"/>
              </a:rPr>
              <a:t>lol</a:t>
            </a:r>
            <a:r>
              <a:rPr lang="en-IN" sz="1600" b="0" dirty="0">
                <a:solidFill>
                  <a:srgbClr val="DCDCAA"/>
                </a:solidFill>
                <a:effectLst/>
                <a:latin typeface="Consolas" panose="020B0609020204030204" pitchFamily="49" charset="0"/>
              </a:rPr>
              <a:t>]</a:t>
            </a:r>
            <a:r>
              <a:rPr lang="en-IN" sz="1600" b="0" dirty="0">
                <a:solidFill>
                  <a:srgbClr val="D4D4D4"/>
                </a:solidFill>
                <a:effectLst/>
                <a:latin typeface="Consolas" panose="020B0609020204030204" pitchFamily="49" charset="0"/>
              </a:rPr>
              <a:t>);</a:t>
            </a:r>
          </a:p>
          <a:p>
            <a:r>
              <a:rPr lang="en-IN" sz="1600" b="0" dirty="0">
                <a:solidFill>
                  <a:srgbClr val="D4D4D4"/>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mp</a:t>
            </a:r>
            <a:r>
              <a:rPr lang="en-IN" sz="1600" b="0" dirty="0" err="1">
                <a:solidFill>
                  <a:srgbClr val="D4D4D4"/>
                </a:solidFill>
                <a:effectLst/>
                <a:latin typeface="Consolas" panose="020B0609020204030204" pitchFamily="49" charset="0"/>
              </a:rPr>
              <a:t>.</a:t>
            </a:r>
            <a:r>
              <a:rPr lang="en-IN" sz="1600" b="0" dirty="0" err="1">
                <a:solidFill>
                  <a:srgbClr val="DCDCAA"/>
                </a:solidFill>
                <a:effectLst/>
                <a:latin typeface="Consolas" panose="020B0609020204030204" pitchFamily="49" charset="0"/>
              </a:rPr>
              <a:t>erase</a:t>
            </a:r>
            <a:r>
              <a:rPr lang="en-IN" sz="1600" b="0" dirty="0">
                <a:solidFill>
                  <a:srgbClr val="D4D4D4"/>
                </a:solidFill>
                <a:effectLst/>
                <a:latin typeface="Consolas" panose="020B0609020204030204" pitchFamily="49" charset="0"/>
              </a:rPr>
              <a:t>(</a:t>
            </a:r>
            <a:r>
              <a:rPr lang="en-IN" sz="1600" b="0" dirty="0">
                <a:solidFill>
                  <a:srgbClr val="9CDCFE"/>
                </a:solidFill>
                <a:effectLst/>
                <a:latin typeface="Consolas" panose="020B0609020204030204" pitchFamily="49" charset="0"/>
              </a:rPr>
              <a:t>lol</a:t>
            </a:r>
            <a:r>
              <a:rPr lang="en-IN" sz="1600" b="0" dirty="0">
                <a:solidFill>
                  <a:srgbClr val="D4D4D4"/>
                </a:solidFill>
                <a:effectLst/>
                <a:latin typeface="Consolas" panose="020B0609020204030204" pitchFamily="49" charset="0"/>
              </a:rPr>
              <a:t>);   }</a:t>
            </a:r>
            <a:endParaRPr lang="en-IN" sz="1600" dirty="0">
              <a:solidFill>
                <a:srgbClr val="D4D4D4"/>
              </a:solidFill>
              <a:latin typeface="Consolas" panose="020B0609020204030204" pitchFamily="49" charset="0"/>
            </a:endParaRPr>
          </a:p>
          <a:p>
            <a:r>
              <a:rPr lang="en-IN" sz="1600" b="0" dirty="0" err="1">
                <a:solidFill>
                  <a:srgbClr val="9CDCFE"/>
                </a:solidFill>
                <a:effectLst/>
                <a:latin typeface="Consolas" panose="020B0609020204030204" pitchFamily="49" charset="0"/>
              </a:rPr>
              <a:t>cout</a:t>
            </a:r>
            <a:r>
              <a:rPr lang="en-IN" sz="1600" b="0" dirty="0">
                <a:solidFill>
                  <a:srgbClr val="DCDCAA"/>
                </a:solidFill>
                <a:effectLst/>
                <a:latin typeface="Consolas" panose="020B0609020204030204" pitchFamily="49" charset="0"/>
              </a:rPr>
              <a:t>&lt;&lt;</a:t>
            </a:r>
            <a:r>
              <a:rPr lang="en-IN" sz="1600" b="0" dirty="0">
                <a:solidFill>
                  <a:srgbClr val="9CDCFE"/>
                </a:solidFill>
                <a:effectLst/>
                <a:latin typeface="Consolas" panose="020B0609020204030204" pitchFamily="49" charset="0"/>
              </a:rPr>
              <a:t>damn</a:t>
            </a:r>
            <a:r>
              <a:rPr lang="en-IN" sz="1600" b="0" dirty="0">
                <a:solidFill>
                  <a:srgbClr val="DCDCAA"/>
                </a:solidFill>
                <a:effectLst/>
                <a:latin typeface="Consolas" panose="020B0609020204030204" pitchFamily="49" charset="0"/>
              </a:rPr>
              <a:t>&lt;&lt;</a:t>
            </a:r>
            <a:r>
              <a:rPr lang="en-IN" sz="1600" b="0" dirty="0" err="1">
                <a:solidFill>
                  <a:srgbClr val="DCDCAA"/>
                </a:solidFill>
                <a:effectLst/>
                <a:latin typeface="Consolas" panose="020B0609020204030204" pitchFamily="49" charset="0"/>
              </a:rPr>
              <a:t>endl</a:t>
            </a:r>
            <a:r>
              <a:rPr lang="en-IN" sz="1600" b="0" dirty="0">
                <a:solidFill>
                  <a:srgbClr val="D4D4D4"/>
                </a:solidFill>
                <a:effectLst/>
                <a:latin typeface="Consolas" panose="020B0609020204030204" pitchFamily="49" charset="0"/>
              </a:rPr>
              <a:t>;</a:t>
            </a:r>
          </a:p>
        </p:txBody>
      </p:sp>
      <p:sp>
        <p:nvSpPr>
          <p:cNvPr id="6" name="TextBox 5">
            <a:extLst>
              <a:ext uri="{FF2B5EF4-FFF2-40B4-BE49-F238E27FC236}">
                <a16:creationId xmlns:a16="http://schemas.microsoft.com/office/drawing/2014/main" id="{DA8F669D-B221-425A-A12D-8C03FAE2EDE2}"/>
              </a:ext>
            </a:extLst>
          </p:cNvPr>
          <p:cNvSpPr txBox="1"/>
          <p:nvPr/>
        </p:nvSpPr>
        <p:spPr>
          <a:xfrm>
            <a:off x="8221210" y="3326829"/>
            <a:ext cx="2768368" cy="523220"/>
          </a:xfrm>
          <a:prstGeom prst="rect">
            <a:avLst/>
          </a:prstGeom>
          <a:noFill/>
        </p:spPr>
        <p:txBody>
          <a:bodyPr wrap="square">
            <a:spAutoFit/>
          </a:bodyPr>
          <a:lstStyle/>
          <a:p>
            <a:pPr algn="ctr"/>
            <a:r>
              <a:rPr lang="en-IN" sz="2800" dirty="0">
                <a:solidFill>
                  <a:schemeClr val="accent1"/>
                </a:solidFill>
              </a:rPr>
              <a:t>Input - Output</a:t>
            </a:r>
            <a:endParaRPr lang="en-IN" sz="2800" dirty="0"/>
          </a:p>
        </p:txBody>
      </p:sp>
      <p:sp>
        <p:nvSpPr>
          <p:cNvPr id="8" name="TextBox 7">
            <a:extLst>
              <a:ext uri="{FF2B5EF4-FFF2-40B4-BE49-F238E27FC236}">
                <a16:creationId xmlns:a16="http://schemas.microsoft.com/office/drawing/2014/main" id="{AA43837A-7589-4204-91E7-41AFAFCB09B2}"/>
              </a:ext>
            </a:extLst>
          </p:cNvPr>
          <p:cNvSpPr txBox="1"/>
          <p:nvPr/>
        </p:nvSpPr>
        <p:spPr>
          <a:xfrm>
            <a:off x="8498046" y="3615581"/>
            <a:ext cx="1585518" cy="1846659"/>
          </a:xfrm>
          <a:prstGeom prst="rect">
            <a:avLst/>
          </a:prstGeom>
          <a:noFill/>
        </p:spPr>
        <p:txBody>
          <a:bodyPr wrap="square" rtlCol="0">
            <a:spAutoFit/>
          </a:bodyPr>
          <a:lstStyle/>
          <a:p>
            <a:endParaRPr lang="en-IN" sz="1600" dirty="0">
              <a:solidFill>
                <a:schemeClr val="bg1"/>
              </a:solidFill>
            </a:endParaRPr>
          </a:p>
          <a:p>
            <a:r>
              <a:rPr lang="pt-BR" sz="1600" dirty="0">
                <a:solidFill>
                  <a:schemeClr val="bg1"/>
                </a:solidFill>
              </a:rPr>
              <a:t>5</a:t>
            </a:r>
          </a:p>
          <a:p>
            <a:r>
              <a:rPr lang="pt-BR" sz="1600" dirty="0">
                <a:solidFill>
                  <a:schemeClr val="bg1"/>
                </a:solidFill>
              </a:rPr>
              <a:t>A Dancer 5 2</a:t>
            </a:r>
          </a:p>
          <a:p>
            <a:r>
              <a:rPr lang="pt-BR" sz="1600" dirty="0">
                <a:solidFill>
                  <a:schemeClr val="bg1"/>
                </a:solidFill>
              </a:rPr>
              <a:t>A Prancer 3 8</a:t>
            </a:r>
          </a:p>
          <a:p>
            <a:r>
              <a:rPr lang="pt-BR" sz="1600" dirty="0">
                <a:solidFill>
                  <a:schemeClr val="bg1"/>
                </a:solidFill>
              </a:rPr>
              <a:t>A Vixen 10 9</a:t>
            </a:r>
          </a:p>
          <a:p>
            <a:r>
              <a:rPr lang="pt-BR" sz="1600" dirty="0">
                <a:solidFill>
                  <a:schemeClr val="bg1"/>
                </a:solidFill>
              </a:rPr>
              <a:t>R Dancer</a:t>
            </a:r>
          </a:p>
          <a:p>
            <a:r>
              <a:rPr lang="pt-BR" sz="1600" dirty="0">
                <a:solidFill>
                  <a:schemeClr val="bg1"/>
                </a:solidFill>
              </a:rPr>
              <a:t>A Rudolph 3 1</a:t>
            </a:r>
            <a:endParaRPr lang="en-IN" sz="1600" dirty="0">
              <a:solidFill>
                <a:schemeClr val="bg1"/>
              </a:solidFill>
            </a:endParaRPr>
          </a:p>
        </p:txBody>
      </p:sp>
      <p:sp>
        <p:nvSpPr>
          <p:cNvPr id="10" name="TextBox 9">
            <a:extLst>
              <a:ext uri="{FF2B5EF4-FFF2-40B4-BE49-F238E27FC236}">
                <a16:creationId xmlns:a16="http://schemas.microsoft.com/office/drawing/2014/main" id="{A2310685-477B-472B-B0DF-6681CD003257}"/>
              </a:ext>
            </a:extLst>
          </p:cNvPr>
          <p:cNvSpPr txBox="1"/>
          <p:nvPr/>
        </p:nvSpPr>
        <p:spPr>
          <a:xfrm>
            <a:off x="10326844" y="4073828"/>
            <a:ext cx="377026" cy="1323439"/>
          </a:xfrm>
          <a:prstGeom prst="rect">
            <a:avLst/>
          </a:prstGeom>
          <a:noFill/>
        </p:spPr>
        <p:txBody>
          <a:bodyPr wrap="none" rtlCol="0">
            <a:spAutoFit/>
          </a:bodyPr>
          <a:lstStyle/>
          <a:p>
            <a:r>
              <a:rPr lang="en-IN" sz="1600" dirty="0">
                <a:solidFill>
                  <a:schemeClr val="bg1"/>
                </a:solidFill>
              </a:rPr>
              <a:t>0</a:t>
            </a:r>
          </a:p>
          <a:p>
            <a:r>
              <a:rPr lang="en-IN" sz="1600" dirty="0">
                <a:solidFill>
                  <a:schemeClr val="bg1"/>
                </a:solidFill>
              </a:rPr>
              <a:t>16</a:t>
            </a:r>
          </a:p>
          <a:p>
            <a:r>
              <a:rPr lang="en-IN" sz="1600" dirty="0">
                <a:solidFill>
                  <a:schemeClr val="bg1"/>
                </a:solidFill>
              </a:rPr>
              <a:t>34</a:t>
            </a:r>
          </a:p>
          <a:p>
            <a:r>
              <a:rPr lang="en-IN" sz="1600" dirty="0">
                <a:solidFill>
                  <a:schemeClr val="bg1"/>
                </a:solidFill>
              </a:rPr>
              <a:t>72</a:t>
            </a:r>
          </a:p>
          <a:p>
            <a:r>
              <a:rPr lang="en-IN" sz="1600" dirty="0">
                <a:solidFill>
                  <a:schemeClr val="bg1"/>
                </a:solidFill>
              </a:rPr>
              <a:t>80</a:t>
            </a:r>
          </a:p>
        </p:txBody>
      </p:sp>
      <p:sp>
        <p:nvSpPr>
          <p:cNvPr id="2" name="TextBox 1">
            <a:extLst>
              <a:ext uri="{FF2B5EF4-FFF2-40B4-BE49-F238E27FC236}">
                <a16:creationId xmlns:a16="http://schemas.microsoft.com/office/drawing/2014/main" id="{615B84B2-9C9C-4312-BB79-C9AF5322781F}"/>
              </a:ext>
            </a:extLst>
          </p:cNvPr>
          <p:cNvSpPr txBox="1"/>
          <p:nvPr/>
        </p:nvSpPr>
        <p:spPr>
          <a:xfrm>
            <a:off x="3103926" y="477573"/>
            <a:ext cx="6501468" cy="584775"/>
          </a:xfrm>
          <a:prstGeom prst="rect">
            <a:avLst/>
          </a:prstGeom>
          <a:noFill/>
        </p:spPr>
        <p:txBody>
          <a:bodyPr wrap="square" rtlCol="0">
            <a:spAutoFit/>
          </a:bodyPr>
          <a:lstStyle/>
          <a:p>
            <a:r>
              <a:rPr lang="en-GB" sz="1600" b="0" dirty="0">
                <a:solidFill>
                  <a:srgbClr val="6A9955"/>
                </a:solidFill>
                <a:effectLst/>
                <a:latin typeface="Consolas" panose="020B0609020204030204" pitchFamily="49" charset="0"/>
              </a:rPr>
              <a:t>//set&lt;pair&lt;pair&lt;</a:t>
            </a:r>
            <a:r>
              <a:rPr lang="en-GB" sz="1600" b="0" dirty="0" err="1">
                <a:solidFill>
                  <a:srgbClr val="6A9955"/>
                </a:solidFill>
                <a:effectLst/>
                <a:latin typeface="Consolas" panose="020B0609020204030204" pitchFamily="49" charset="0"/>
              </a:rPr>
              <a:t>long,long</a:t>
            </a:r>
            <a:r>
              <a:rPr lang="en-GB" sz="1600" b="0" dirty="0">
                <a:solidFill>
                  <a:srgbClr val="6A9955"/>
                </a:solidFill>
                <a:effectLst/>
                <a:latin typeface="Consolas" panose="020B0609020204030204" pitchFamily="49" charset="0"/>
              </a:rPr>
              <a:t>&gt;,string&gt;&gt; </a:t>
            </a:r>
            <a:r>
              <a:rPr lang="en-GB" sz="1600" b="0" dirty="0" err="1">
                <a:solidFill>
                  <a:srgbClr val="6A9955"/>
                </a:solidFill>
                <a:effectLst/>
                <a:latin typeface="Consolas" panose="020B0609020204030204" pitchFamily="49" charset="0"/>
              </a:rPr>
              <a:t>st</a:t>
            </a:r>
            <a:r>
              <a:rPr lang="en-GB" sz="1600" b="0" dirty="0">
                <a:solidFill>
                  <a:srgbClr val="6A9955"/>
                </a:solidFill>
                <a:effectLst/>
                <a:latin typeface="Consolas" panose="020B0609020204030204" pitchFamily="49" charset="0"/>
              </a:rPr>
              <a:t>;</a:t>
            </a:r>
            <a:endParaRPr lang="en-GB" sz="1600" b="0" dirty="0">
              <a:solidFill>
                <a:srgbClr val="D4D4D4"/>
              </a:solidFill>
              <a:effectLst/>
              <a:latin typeface="Consolas" panose="020B0609020204030204" pitchFamily="49" charset="0"/>
            </a:endParaRPr>
          </a:p>
          <a:p>
            <a:r>
              <a:rPr lang="en-GB" sz="1600" b="0" dirty="0">
                <a:solidFill>
                  <a:srgbClr val="6A9955"/>
                </a:solidFill>
                <a:effectLst/>
                <a:latin typeface="Consolas" panose="020B0609020204030204" pitchFamily="49" charset="0"/>
              </a:rPr>
              <a:t>//</a:t>
            </a:r>
            <a:r>
              <a:rPr lang="en-GB" sz="1600" b="0" dirty="0" err="1">
                <a:solidFill>
                  <a:srgbClr val="6A9955"/>
                </a:solidFill>
                <a:effectLst/>
                <a:latin typeface="Consolas" panose="020B0609020204030204" pitchFamily="49" charset="0"/>
              </a:rPr>
              <a:t>unordered_map</a:t>
            </a:r>
            <a:r>
              <a:rPr lang="en-GB" sz="1600" b="0" dirty="0">
                <a:solidFill>
                  <a:srgbClr val="6A9955"/>
                </a:solidFill>
                <a:effectLst/>
                <a:latin typeface="Consolas" panose="020B0609020204030204" pitchFamily="49" charset="0"/>
              </a:rPr>
              <a:t>&lt;</a:t>
            </a:r>
            <a:r>
              <a:rPr lang="en-GB" sz="1600" b="0" dirty="0" err="1">
                <a:solidFill>
                  <a:srgbClr val="6A9955"/>
                </a:solidFill>
                <a:effectLst/>
                <a:latin typeface="Consolas" panose="020B0609020204030204" pitchFamily="49" charset="0"/>
              </a:rPr>
              <a:t>string,pair</a:t>
            </a:r>
            <a:r>
              <a:rPr lang="en-GB" sz="1600" b="0" dirty="0">
                <a:solidFill>
                  <a:srgbClr val="6A9955"/>
                </a:solidFill>
                <a:effectLst/>
                <a:latin typeface="Consolas" panose="020B0609020204030204" pitchFamily="49" charset="0"/>
              </a:rPr>
              <a:t>&lt;pair&lt;</a:t>
            </a:r>
            <a:r>
              <a:rPr lang="en-GB" sz="1600" b="0" dirty="0" err="1">
                <a:solidFill>
                  <a:srgbClr val="6A9955"/>
                </a:solidFill>
                <a:effectLst/>
                <a:latin typeface="Consolas" panose="020B0609020204030204" pitchFamily="49" charset="0"/>
              </a:rPr>
              <a:t>long,long</a:t>
            </a:r>
            <a:r>
              <a:rPr lang="en-GB" sz="1600" b="0" dirty="0">
                <a:solidFill>
                  <a:srgbClr val="6A9955"/>
                </a:solidFill>
                <a:effectLst/>
                <a:latin typeface="Consolas" panose="020B0609020204030204" pitchFamily="49" charset="0"/>
              </a:rPr>
              <a:t>&gt;,string&gt;&gt; </a:t>
            </a:r>
            <a:r>
              <a:rPr lang="en-GB" sz="1600" b="0" dirty="0" err="1">
                <a:solidFill>
                  <a:srgbClr val="6A9955"/>
                </a:solidFill>
                <a:effectLst/>
                <a:latin typeface="Consolas" panose="020B0609020204030204" pitchFamily="49" charset="0"/>
              </a:rPr>
              <a:t>mp</a:t>
            </a:r>
            <a:r>
              <a:rPr lang="en-GB" sz="1600" b="0" dirty="0">
                <a:solidFill>
                  <a:srgbClr val="6A9955"/>
                </a:solidFill>
                <a:effectLst/>
                <a:latin typeface="Consolas" panose="020B0609020204030204" pitchFamily="49" charset="0"/>
              </a:rPr>
              <a:t>;</a:t>
            </a:r>
            <a:endParaRPr lang="en-GB" sz="1600"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13553176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sosceles Triangle 4">
            <a:extLst>
              <a:ext uri="{FF2B5EF4-FFF2-40B4-BE49-F238E27FC236}">
                <a16:creationId xmlns:a16="http://schemas.microsoft.com/office/drawing/2014/main" id="{3A237344-F304-4077-A1D9-5A2861265F26}"/>
              </a:ext>
            </a:extLst>
          </p:cNvPr>
          <p:cNvSpPr/>
          <p:nvPr/>
        </p:nvSpPr>
        <p:spPr>
          <a:xfrm rot="10800000">
            <a:off x="872455" y="537563"/>
            <a:ext cx="5285062" cy="571290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1AB5514C-4350-43B7-9502-6158798B6626}"/>
              </a:ext>
            </a:extLst>
          </p:cNvPr>
          <p:cNvSpPr txBox="1"/>
          <p:nvPr/>
        </p:nvSpPr>
        <p:spPr>
          <a:xfrm>
            <a:off x="2457971" y="873123"/>
            <a:ext cx="2114027" cy="3785652"/>
          </a:xfrm>
          <a:prstGeom prst="rect">
            <a:avLst/>
          </a:prstGeom>
          <a:noFill/>
        </p:spPr>
        <p:txBody>
          <a:bodyPr wrap="square" rtlCol="0">
            <a:spAutoFit/>
          </a:bodyPr>
          <a:lstStyle/>
          <a:p>
            <a:pPr algn="ctr"/>
            <a:r>
              <a:rPr lang="en-IN" sz="6000" spc="-50" dirty="0">
                <a:latin typeface="+mj-lt"/>
                <a:ea typeface="+mj-ea"/>
                <a:cs typeface="+mj-cs"/>
              </a:rPr>
              <a:t>A very special thanks to</a:t>
            </a:r>
          </a:p>
        </p:txBody>
      </p:sp>
      <p:sp>
        <p:nvSpPr>
          <p:cNvPr id="7" name="TextBox 6">
            <a:extLst>
              <a:ext uri="{FF2B5EF4-FFF2-40B4-BE49-F238E27FC236}">
                <a16:creationId xmlns:a16="http://schemas.microsoft.com/office/drawing/2014/main" id="{A5EC8F9F-A408-47DB-AA50-94C775AD7E8D}"/>
              </a:ext>
            </a:extLst>
          </p:cNvPr>
          <p:cNvSpPr txBox="1"/>
          <p:nvPr/>
        </p:nvSpPr>
        <p:spPr>
          <a:xfrm>
            <a:off x="872454" y="4994335"/>
            <a:ext cx="1942631" cy="1754326"/>
          </a:xfrm>
          <a:prstGeom prst="rect">
            <a:avLst/>
          </a:prstGeom>
          <a:noFill/>
        </p:spPr>
        <p:txBody>
          <a:bodyPr wrap="square" rtlCol="0">
            <a:spAutoFit/>
          </a:bodyPr>
          <a:lstStyle/>
          <a:p>
            <a:pPr algn="ctr"/>
            <a:r>
              <a:rPr lang="en-IN" dirty="0">
                <a:solidFill>
                  <a:schemeClr val="accent1"/>
                </a:solidFill>
              </a:rPr>
              <a:t>To,</a:t>
            </a:r>
          </a:p>
          <a:p>
            <a:pPr algn="ctr"/>
            <a:r>
              <a:rPr lang="en-IN" dirty="0">
                <a:solidFill>
                  <a:schemeClr val="accent1"/>
                </a:solidFill>
              </a:rPr>
              <a:t>Abdul Bari(YT)</a:t>
            </a:r>
          </a:p>
          <a:p>
            <a:pPr algn="ctr"/>
            <a:r>
              <a:rPr lang="en-IN" dirty="0">
                <a:solidFill>
                  <a:schemeClr val="accent1"/>
                </a:solidFill>
              </a:rPr>
              <a:t>Tushar Roy(YT)</a:t>
            </a:r>
          </a:p>
          <a:p>
            <a:pPr algn="ctr"/>
            <a:r>
              <a:rPr lang="en-IN" dirty="0">
                <a:solidFill>
                  <a:schemeClr val="accent1"/>
                </a:solidFill>
              </a:rPr>
              <a:t>stackoverflow.com</a:t>
            </a:r>
            <a:endParaRPr lang="en-IN" dirty="0">
              <a:solidFill>
                <a:schemeClr val="accent1"/>
              </a:solidFill>
              <a:hlinkClick r:id="rId2">
                <a:extLst>
                  <a:ext uri="{A12FA001-AC4F-418D-AE19-62706E023703}">
                    <ahyp:hlinkClr xmlns:ahyp="http://schemas.microsoft.com/office/drawing/2018/hyperlinkcolor" val="tx"/>
                  </a:ext>
                </a:extLst>
              </a:hlinkClick>
            </a:endParaRPr>
          </a:p>
          <a:p>
            <a:pPr algn="ctr"/>
            <a:r>
              <a:rPr lang="en-IN" dirty="0">
                <a:solidFill>
                  <a:schemeClr val="accent1"/>
                </a:solidFill>
              </a:rPr>
              <a:t>geeksforgeeks.org</a:t>
            </a:r>
          </a:p>
          <a:p>
            <a:pPr algn="ctr"/>
            <a:r>
              <a:rPr lang="en-IN" dirty="0">
                <a:solidFill>
                  <a:schemeClr val="accent1"/>
                </a:solidFill>
              </a:rPr>
              <a:t>cp-algorithms.com</a:t>
            </a:r>
          </a:p>
        </p:txBody>
      </p:sp>
      <p:sp>
        <p:nvSpPr>
          <p:cNvPr id="12" name="Isosceles Triangle 11">
            <a:extLst>
              <a:ext uri="{FF2B5EF4-FFF2-40B4-BE49-F238E27FC236}">
                <a16:creationId xmlns:a16="http://schemas.microsoft.com/office/drawing/2014/main" id="{D2A96E78-A44A-4B46-9903-B3040AD99675}"/>
              </a:ext>
            </a:extLst>
          </p:cNvPr>
          <p:cNvSpPr/>
          <p:nvPr/>
        </p:nvSpPr>
        <p:spPr>
          <a:xfrm rot="5400000">
            <a:off x="-853582" y="2850162"/>
            <a:ext cx="3582102" cy="145548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C546A453-4DBF-47F2-B1F9-116C84319CDA}"/>
              </a:ext>
            </a:extLst>
          </p:cNvPr>
          <p:cNvSpPr txBox="1"/>
          <p:nvPr/>
        </p:nvSpPr>
        <p:spPr>
          <a:xfrm>
            <a:off x="-207683" y="2464815"/>
            <a:ext cx="1700851" cy="2031325"/>
          </a:xfrm>
          <a:prstGeom prst="rect">
            <a:avLst/>
          </a:prstGeom>
          <a:noFill/>
        </p:spPr>
        <p:txBody>
          <a:bodyPr wrap="square" rtlCol="0">
            <a:spAutoFit/>
          </a:bodyPr>
          <a:lstStyle/>
          <a:p>
            <a:pPr algn="ctr"/>
            <a:r>
              <a:rPr lang="en-IN" dirty="0"/>
              <a:t>For </a:t>
            </a:r>
          </a:p>
          <a:p>
            <a:pPr algn="ctr"/>
            <a:r>
              <a:rPr lang="en-IN" dirty="0"/>
              <a:t>being a </a:t>
            </a:r>
          </a:p>
          <a:p>
            <a:pPr algn="ctr"/>
            <a:r>
              <a:rPr lang="en-IN" dirty="0"/>
              <a:t>bigger </a:t>
            </a:r>
          </a:p>
          <a:p>
            <a:pPr algn="ctr"/>
            <a:r>
              <a:rPr lang="en-IN" dirty="0"/>
              <a:t>resource</a:t>
            </a:r>
          </a:p>
          <a:p>
            <a:pPr algn="ctr"/>
            <a:r>
              <a:rPr lang="en-IN" dirty="0"/>
              <a:t> than I </a:t>
            </a:r>
          </a:p>
          <a:p>
            <a:pPr algn="ctr"/>
            <a:r>
              <a:rPr lang="en-IN" dirty="0"/>
              <a:t>could </a:t>
            </a:r>
          </a:p>
          <a:p>
            <a:pPr algn="ctr"/>
            <a:r>
              <a:rPr lang="en-IN" dirty="0"/>
              <a:t>digest.</a:t>
            </a:r>
          </a:p>
        </p:txBody>
      </p:sp>
      <p:sp>
        <p:nvSpPr>
          <p:cNvPr id="14" name="Rectangle 13">
            <a:extLst>
              <a:ext uri="{FF2B5EF4-FFF2-40B4-BE49-F238E27FC236}">
                <a16:creationId xmlns:a16="http://schemas.microsoft.com/office/drawing/2014/main" id="{B31246FF-E527-4759-B9BF-EBB607A4EC07}"/>
              </a:ext>
            </a:extLst>
          </p:cNvPr>
          <p:cNvSpPr/>
          <p:nvPr/>
        </p:nvSpPr>
        <p:spPr>
          <a:xfrm>
            <a:off x="10914076" y="0"/>
            <a:ext cx="127792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Top Corners Snipped 17">
            <a:extLst>
              <a:ext uri="{FF2B5EF4-FFF2-40B4-BE49-F238E27FC236}">
                <a16:creationId xmlns:a16="http://schemas.microsoft.com/office/drawing/2014/main" id="{7F87CFD0-A665-44D9-BFA6-2A73C3AFD4BF}"/>
              </a:ext>
            </a:extLst>
          </p:cNvPr>
          <p:cNvSpPr/>
          <p:nvPr/>
        </p:nvSpPr>
        <p:spPr>
          <a:xfrm rot="16200000">
            <a:off x="8968901" y="268626"/>
            <a:ext cx="1911735" cy="4314987"/>
          </a:xfrm>
          <a:prstGeom prst="snip2Same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Rectangle: Top Corners Snipped 19">
            <a:extLst>
              <a:ext uri="{FF2B5EF4-FFF2-40B4-BE49-F238E27FC236}">
                <a16:creationId xmlns:a16="http://schemas.microsoft.com/office/drawing/2014/main" id="{7E8FB6EC-2EDA-45CE-ACF6-C051D14556F0}"/>
              </a:ext>
            </a:extLst>
          </p:cNvPr>
          <p:cNvSpPr/>
          <p:nvPr/>
        </p:nvSpPr>
        <p:spPr>
          <a:xfrm>
            <a:off x="4941781" y="3241742"/>
            <a:ext cx="3428496" cy="3008723"/>
          </a:xfrm>
          <a:prstGeom prst="snip2SameRect">
            <a:avLst>
              <a:gd name="adj1" fmla="val 20569"/>
              <a:gd name="adj2" fmla="val 0"/>
            </a:avLst>
          </a:prstGeom>
          <a:solidFill>
            <a:schemeClr val="tx1"/>
          </a:solidFill>
          <a:ln w="508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TextBox 8">
            <a:extLst>
              <a:ext uri="{FF2B5EF4-FFF2-40B4-BE49-F238E27FC236}">
                <a16:creationId xmlns:a16="http://schemas.microsoft.com/office/drawing/2014/main" id="{43649EA1-9DA2-4554-A454-36A276128CD1}"/>
              </a:ext>
            </a:extLst>
          </p:cNvPr>
          <p:cNvSpPr txBox="1"/>
          <p:nvPr/>
        </p:nvSpPr>
        <p:spPr>
          <a:xfrm>
            <a:off x="7743034" y="1700697"/>
            <a:ext cx="4314988" cy="1450846"/>
          </a:xfrm>
          <a:prstGeom prst="rect">
            <a:avLst/>
          </a:prstGeom>
          <a:noFill/>
        </p:spPr>
        <p:txBody>
          <a:bodyPr wrap="square" rtlCol="0">
            <a:spAutoFit/>
          </a:bodyPr>
          <a:lstStyle/>
          <a:p>
            <a:pPr>
              <a:lnSpc>
                <a:spcPct val="90000"/>
              </a:lnSpc>
              <a:spcBef>
                <a:spcPct val="0"/>
              </a:spcBef>
              <a:spcAft>
                <a:spcPts val="200"/>
              </a:spcAft>
              <a:buClr>
                <a:srgbClr val="C5AE76"/>
              </a:buClr>
              <a:buSzPct val="100000"/>
            </a:pPr>
            <a:r>
              <a:rPr lang="en-IN" sz="2400" spc="-50" dirty="0">
                <a:solidFill>
                  <a:schemeClr val="bg1"/>
                </a:solidFill>
                <a:latin typeface="+mj-lt"/>
                <a:ea typeface="+mj-ea"/>
                <a:cs typeface="+mj-cs"/>
              </a:rPr>
              <a:t>To, </a:t>
            </a:r>
            <a:br>
              <a:rPr lang="en-IN" sz="2400" spc="-50" dirty="0">
                <a:solidFill>
                  <a:schemeClr val="bg1"/>
                </a:solidFill>
                <a:latin typeface="+mj-lt"/>
                <a:ea typeface="+mj-ea"/>
                <a:cs typeface="+mj-cs"/>
              </a:rPr>
            </a:br>
            <a:r>
              <a:rPr lang="en-IN" sz="2400" spc="-50" dirty="0">
                <a:solidFill>
                  <a:schemeClr val="bg1"/>
                </a:solidFill>
                <a:latin typeface="+mj-lt"/>
                <a:ea typeface="+mj-ea"/>
                <a:cs typeface="+mj-cs"/>
              </a:rPr>
              <a:t>Prof. </a:t>
            </a:r>
            <a:r>
              <a:rPr lang="en-IN" sz="2400" spc="-50" dirty="0" err="1">
                <a:solidFill>
                  <a:schemeClr val="bg1"/>
                </a:solidFill>
                <a:latin typeface="+mj-lt"/>
                <a:ea typeface="+mj-ea"/>
                <a:cs typeface="+mj-cs"/>
              </a:rPr>
              <a:t>Rhadames</a:t>
            </a:r>
            <a:r>
              <a:rPr lang="en-IN" sz="2400" spc="-50" dirty="0">
                <a:solidFill>
                  <a:schemeClr val="bg1"/>
                </a:solidFill>
                <a:latin typeface="+mj-lt"/>
                <a:ea typeface="+mj-ea"/>
                <a:cs typeface="+mj-cs"/>
              </a:rPr>
              <a:t> Elias Carmona </a:t>
            </a:r>
            <a:r>
              <a:rPr lang="en-IN" sz="2400" spc="-50" dirty="0" err="1">
                <a:solidFill>
                  <a:schemeClr val="bg1"/>
                </a:solidFill>
                <a:latin typeface="+mj-lt"/>
                <a:ea typeface="+mj-ea"/>
                <a:cs typeface="+mj-cs"/>
              </a:rPr>
              <a:t>Suju</a:t>
            </a:r>
            <a:br>
              <a:rPr lang="en-IN" sz="2400" spc="-50" dirty="0">
                <a:solidFill>
                  <a:schemeClr val="bg1"/>
                </a:solidFill>
                <a:latin typeface="+mj-lt"/>
                <a:ea typeface="+mj-ea"/>
                <a:cs typeface="+mj-cs"/>
              </a:rPr>
            </a:br>
            <a:r>
              <a:rPr lang="en-IN" sz="2400" spc="-50" dirty="0">
                <a:solidFill>
                  <a:schemeClr val="bg1"/>
                </a:solidFill>
                <a:latin typeface="+mj-lt"/>
                <a:ea typeface="+mj-ea"/>
                <a:cs typeface="+mj-cs"/>
              </a:rPr>
              <a:t>and Thu Thao Nguyen Ngoc</a:t>
            </a:r>
          </a:p>
          <a:p>
            <a:pPr algn="r">
              <a:lnSpc>
                <a:spcPct val="90000"/>
              </a:lnSpc>
              <a:spcBef>
                <a:spcPct val="0"/>
              </a:spcBef>
              <a:spcAft>
                <a:spcPts val="200"/>
              </a:spcAft>
              <a:buClr>
                <a:srgbClr val="C5AE76"/>
              </a:buClr>
              <a:buSzPct val="100000"/>
            </a:pPr>
            <a:r>
              <a:rPr lang="en-IN" sz="2400" spc="-50" dirty="0">
                <a:solidFill>
                  <a:schemeClr val="bg1"/>
                </a:solidFill>
                <a:latin typeface="+mj-lt"/>
                <a:ea typeface="+mj-ea"/>
                <a:cs typeface="+mj-cs"/>
              </a:rPr>
              <a:t>	for their guidance.</a:t>
            </a:r>
          </a:p>
        </p:txBody>
      </p:sp>
      <p:sp>
        <p:nvSpPr>
          <p:cNvPr id="4" name="Content Placeholder 3">
            <a:extLst>
              <a:ext uri="{FF2B5EF4-FFF2-40B4-BE49-F238E27FC236}">
                <a16:creationId xmlns:a16="http://schemas.microsoft.com/office/drawing/2014/main" id="{6733FDA4-AE93-4CAE-A70D-A429ED58D34B}"/>
              </a:ext>
            </a:extLst>
          </p:cNvPr>
          <p:cNvSpPr>
            <a:spLocks noGrp="1"/>
          </p:cNvSpPr>
          <p:nvPr>
            <p:ph idx="1"/>
          </p:nvPr>
        </p:nvSpPr>
        <p:spPr>
          <a:xfrm>
            <a:off x="5083710" y="3940787"/>
            <a:ext cx="3144637" cy="2107095"/>
          </a:xfrm>
        </p:spPr>
        <p:txBody>
          <a:bodyPr>
            <a:noAutofit/>
          </a:bodyPr>
          <a:lstStyle/>
          <a:p>
            <a:pPr marL="0" indent="0">
              <a:lnSpc>
                <a:spcPct val="90000"/>
              </a:lnSpc>
              <a:spcBef>
                <a:spcPct val="0"/>
              </a:spcBef>
              <a:buNone/>
            </a:pPr>
            <a:r>
              <a:rPr lang="en-IN" sz="2400" spc="-50" dirty="0">
                <a:solidFill>
                  <a:schemeClr val="bg1"/>
                </a:solidFill>
                <a:ea typeface="+mj-ea"/>
                <a:cs typeface="+mj-cs"/>
              </a:rPr>
              <a:t>To,</a:t>
            </a:r>
          </a:p>
          <a:p>
            <a:pPr marL="0" indent="0" algn="ctr">
              <a:lnSpc>
                <a:spcPct val="90000"/>
              </a:lnSpc>
              <a:spcBef>
                <a:spcPct val="0"/>
              </a:spcBef>
              <a:buNone/>
            </a:pPr>
            <a:r>
              <a:rPr lang="en-IN" sz="2400" spc="-50" dirty="0">
                <a:solidFill>
                  <a:schemeClr val="bg1"/>
                </a:solidFill>
                <a:ea typeface="+mj-ea"/>
                <a:cs typeface="+mj-cs"/>
              </a:rPr>
              <a:t>Gabriel De </a:t>
            </a:r>
            <a:r>
              <a:rPr lang="en-IN" sz="2400" spc="-50" dirty="0" err="1">
                <a:solidFill>
                  <a:schemeClr val="bg1"/>
                </a:solidFill>
                <a:ea typeface="+mj-ea"/>
                <a:cs typeface="+mj-cs"/>
              </a:rPr>
              <a:t>Ioannes</a:t>
            </a:r>
            <a:r>
              <a:rPr lang="en-IN" sz="2400" spc="-50" dirty="0">
                <a:solidFill>
                  <a:schemeClr val="bg1"/>
                </a:solidFill>
                <a:ea typeface="+mj-ea"/>
                <a:cs typeface="+mj-cs"/>
              </a:rPr>
              <a:t> Becker, </a:t>
            </a:r>
          </a:p>
          <a:p>
            <a:pPr marL="0" indent="0" algn="ctr">
              <a:lnSpc>
                <a:spcPct val="90000"/>
              </a:lnSpc>
              <a:spcBef>
                <a:spcPct val="0"/>
              </a:spcBef>
              <a:buNone/>
            </a:pPr>
            <a:r>
              <a:rPr lang="en-IN" sz="2400" spc="-50" dirty="0" err="1">
                <a:solidFill>
                  <a:schemeClr val="bg1"/>
                </a:solidFill>
                <a:ea typeface="+mj-ea"/>
                <a:cs typeface="+mj-cs"/>
              </a:rPr>
              <a:t>Sanket</a:t>
            </a:r>
            <a:r>
              <a:rPr lang="en-IN" sz="2400" spc="-50" dirty="0">
                <a:solidFill>
                  <a:schemeClr val="bg1"/>
                </a:solidFill>
                <a:ea typeface="+mj-ea"/>
                <a:cs typeface="+mj-cs"/>
              </a:rPr>
              <a:t> Gupta and </a:t>
            </a:r>
          </a:p>
          <a:p>
            <a:pPr marL="0" indent="0" algn="ctr">
              <a:lnSpc>
                <a:spcPct val="90000"/>
              </a:lnSpc>
              <a:spcBef>
                <a:spcPct val="0"/>
              </a:spcBef>
              <a:buNone/>
            </a:pPr>
            <a:r>
              <a:rPr lang="en-IN" sz="2400" spc="-50" dirty="0" err="1">
                <a:solidFill>
                  <a:schemeClr val="bg1"/>
                </a:solidFill>
                <a:ea typeface="+mj-ea"/>
                <a:cs typeface="+mj-cs"/>
              </a:rPr>
              <a:t>Bekir</a:t>
            </a:r>
            <a:r>
              <a:rPr lang="en-IN" sz="2400" spc="-50" dirty="0">
                <a:solidFill>
                  <a:schemeClr val="bg1"/>
                </a:solidFill>
                <a:ea typeface="+mj-ea"/>
                <a:cs typeface="+mj-cs"/>
              </a:rPr>
              <a:t> </a:t>
            </a:r>
            <a:r>
              <a:rPr lang="en-IN" sz="2400" spc="-50" dirty="0" err="1">
                <a:solidFill>
                  <a:schemeClr val="bg1"/>
                </a:solidFill>
                <a:ea typeface="+mj-ea"/>
                <a:cs typeface="+mj-cs"/>
              </a:rPr>
              <a:t>Batuhan</a:t>
            </a:r>
            <a:r>
              <a:rPr lang="en-IN" sz="2400" spc="-50" dirty="0">
                <a:solidFill>
                  <a:schemeClr val="bg1"/>
                </a:solidFill>
                <a:ea typeface="+mj-ea"/>
                <a:cs typeface="+mj-cs"/>
              </a:rPr>
              <a:t> </a:t>
            </a:r>
            <a:r>
              <a:rPr lang="en-IN" sz="2400" spc="-50" dirty="0" err="1">
                <a:solidFill>
                  <a:schemeClr val="bg1"/>
                </a:solidFill>
                <a:ea typeface="+mj-ea"/>
                <a:cs typeface="+mj-cs"/>
              </a:rPr>
              <a:t>Bakir</a:t>
            </a:r>
            <a:endParaRPr lang="en-IN" sz="2400" spc="-50" dirty="0">
              <a:solidFill>
                <a:schemeClr val="bg1"/>
              </a:solidFill>
              <a:ea typeface="+mj-ea"/>
              <a:cs typeface="+mj-cs"/>
            </a:endParaRPr>
          </a:p>
          <a:p>
            <a:pPr marL="0" indent="0" algn="r">
              <a:lnSpc>
                <a:spcPct val="90000"/>
              </a:lnSpc>
              <a:spcBef>
                <a:spcPct val="0"/>
              </a:spcBef>
              <a:buNone/>
            </a:pPr>
            <a:r>
              <a:rPr lang="en-IN" sz="2400" spc="-50" dirty="0">
                <a:solidFill>
                  <a:schemeClr val="bg1"/>
                </a:solidFill>
                <a:ea typeface="+mj-ea"/>
                <a:cs typeface="+mj-cs"/>
              </a:rPr>
              <a:t>	for tolerating me</a:t>
            </a:r>
          </a:p>
          <a:p>
            <a:pPr marL="0" indent="0" algn="r">
              <a:lnSpc>
                <a:spcPct val="90000"/>
              </a:lnSpc>
              <a:spcBef>
                <a:spcPct val="0"/>
              </a:spcBef>
              <a:buNone/>
            </a:pPr>
            <a:r>
              <a:rPr lang="en-IN" sz="2400" spc="-50" dirty="0">
                <a:solidFill>
                  <a:schemeClr val="bg1"/>
                </a:solidFill>
                <a:ea typeface="+mj-ea"/>
                <a:cs typeface="+mj-cs"/>
              </a:rPr>
              <a:t>XD</a:t>
            </a:r>
          </a:p>
        </p:txBody>
      </p:sp>
    </p:spTree>
    <p:extLst>
      <p:ext uri="{BB962C8B-B14F-4D97-AF65-F5344CB8AC3E}">
        <p14:creationId xmlns:p14="http://schemas.microsoft.com/office/powerpoint/2010/main" val="2758793267"/>
      </p:ext>
    </p:extLst>
  </p:cSld>
  <p:clrMapOvr>
    <a:masterClrMapping/>
  </p:clrMapOvr>
</p:sld>
</file>

<file path=ppt/theme/theme1.xml><?xml version="1.0" encoding="utf-8"?>
<a:theme xmlns:a="http://schemas.openxmlformats.org/drawingml/2006/main" name="RetrospectVTI">
  <a:themeElements>
    <a:clrScheme name="GOLD AND SILVER">
      <a:dk1>
        <a:srgbClr val="000000"/>
      </a:dk1>
      <a:lt1>
        <a:srgbClr val="FFFFFF"/>
      </a:lt1>
      <a:dk2>
        <a:srgbClr val="464646"/>
      </a:dk2>
      <a:lt2>
        <a:srgbClr val="FFFFFF"/>
      </a:lt2>
      <a:accent1>
        <a:srgbClr val="C4AE75"/>
      </a:accent1>
      <a:accent2>
        <a:srgbClr val="A9A9A9"/>
      </a:accent2>
      <a:accent3>
        <a:srgbClr val="5E5E5E"/>
      </a:accent3>
      <a:accent4>
        <a:srgbClr val="424242"/>
      </a:accent4>
      <a:accent5>
        <a:srgbClr val="212121"/>
      </a:accent5>
      <a:accent6>
        <a:srgbClr val="D5D5D5"/>
      </a:accent6>
      <a:hlink>
        <a:srgbClr val="C1AA73"/>
      </a:hlink>
      <a:folHlink>
        <a:srgbClr val="797979"/>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Conference" id="{B1388269-6A25-4F35-91BE-E59A597AB25F}" vid="{EA621A8F-389C-4766-B7E5-1B2B7E9ADD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Geometric conference presentation</Template>
  <TotalTime>396</TotalTime>
  <Words>3214</Words>
  <Application>Microsoft Office PowerPoint</Application>
  <PresentationFormat>Widescreen</PresentationFormat>
  <Paragraphs>578</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Consolas</vt:lpstr>
      <vt:lpstr>Garamond</vt:lpstr>
      <vt:lpstr>Helvetica Neue</vt:lpstr>
      <vt:lpstr>Wingdings</vt:lpstr>
      <vt:lpstr>RetrospectVTI</vt:lpstr>
      <vt:lpstr>Competitive Programming: Final Presentation</vt:lpstr>
      <vt:lpstr>PowerPoint Presentation</vt:lpstr>
      <vt:lpstr>PowerPoint Presentation</vt:lpstr>
      <vt:lpstr>SPOJ</vt:lpstr>
      <vt:lpstr>Code Forces Extra Problems</vt:lpstr>
      <vt:lpstr>PowerPoint Presentation</vt:lpstr>
      <vt:lpstr>PowerPoint Presentation</vt:lpstr>
      <vt:lpstr>Vectors</vt:lpstr>
      <vt:lpstr>Vector Basics</vt:lpstr>
      <vt:lpstr>Vector Basics</vt:lpstr>
      <vt:lpstr>Vector Basics</vt:lpstr>
      <vt:lpstr>Vector Basics</vt:lpstr>
      <vt:lpstr>Vector Basics</vt:lpstr>
      <vt:lpstr>Vector Algorithms</vt:lpstr>
      <vt:lpstr>Maps</vt:lpstr>
      <vt:lpstr>Map Basics</vt:lpstr>
      <vt:lpstr>Map Basics</vt:lpstr>
      <vt:lpstr>Map Basics</vt:lpstr>
      <vt:lpstr>Sets</vt:lpstr>
      <vt:lpstr>Set Basics</vt:lpstr>
      <vt:lpstr>Set Basics</vt:lpstr>
      <vt:lpstr>Set Basics</vt:lpstr>
      <vt:lpstr>Set Basics</vt:lpstr>
      <vt:lpstr>Pairs +  (set/map)</vt:lpstr>
      <vt:lpstr>SANTA1   Input - Output</vt:lpstr>
      <vt:lpstr>SANTA1   Input - Output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Competitive Programming: Final Presentation</dc:title>
  <dc:creator>Harsh Chaudhry</dc:creator>
  <cp:lastModifiedBy>Harsh Chaudhry</cp:lastModifiedBy>
  <cp:revision>36</cp:revision>
  <dcterms:created xsi:type="dcterms:W3CDTF">2020-09-09T07:58:44Z</dcterms:created>
  <dcterms:modified xsi:type="dcterms:W3CDTF">2020-09-09T14:35:29Z</dcterms:modified>
</cp:coreProperties>
</file>